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4"/>
  </p:sldMasterIdLst>
  <p:notesMasterIdLst>
    <p:notesMasterId r:id="rId24"/>
  </p:notesMasterIdLst>
  <p:sldIdLst>
    <p:sldId id="256" r:id="rId5"/>
    <p:sldId id="259" r:id="rId6"/>
    <p:sldId id="258" r:id="rId7"/>
    <p:sldId id="261" r:id="rId8"/>
    <p:sldId id="260" r:id="rId9"/>
    <p:sldId id="263" r:id="rId10"/>
    <p:sldId id="264" r:id="rId11"/>
    <p:sldId id="269" r:id="rId12"/>
    <p:sldId id="270" r:id="rId13"/>
    <p:sldId id="273" r:id="rId14"/>
    <p:sldId id="274" r:id="rId15"/>
    <p:sldId id="265" r:id="rId16"/>
    <p:sldId id="266" r:id="rId17"/>
    <p:sldId id="267" r:id="rId18"/>
    <p:sldId id="275" r:id="rId19"/>
    <p:sldId id="272" r:id="rId20"/>
    <p:sldId id="271" r:id="rId21"/>
    <p:sldId id="276"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E7166-7263-46E3-B7CF-25BA914B164D}" v="537" dt="2026-03-28T21:05:14.227"/>
    <p1510:client id="{130BA995-D408-C2FA-A9BA-CACA160FBBA5}" v="4272" dt="2026-03-29T00:50:34.538"/>
    <p1510:client id="{171FF1C2-7770-B958-C5C9-2E475F4B003F}" v="135" dt="2026-03-29T14:33:32.703"/>
    <p1510:client id="{6A0E22E9-ACAB-DA2B-AE89-3ECE3346F1A9}" v="434" dt="2026-03-28T20:26:11.708"/>
    <p1510:client id="{6B7CBB60-B3FA-AF26-0569-FA53BE4738FA}" v="613" dt="2026-03-29T03:08:11.938"/>
    <p1510:client id="{87F48A81-C898-9F38-8504-CBE62D4A00D3}" v="36" dt="2026-03-29T15:14:57.515"/>
    <p1510:client id="{A74C83CB-3645-4568-D7F2-BB7EE9E2E1D3}" v="117" dt="2026-03-29T01:15:14.721"/>
    <p1510:client id="{AE5A473B-3311-C340-0BB2-9A1F03CF5279}" v="18" dt="2026-03-29T01:22:00.342"/>
    <p1510:client id="{B4539B9A-88E8-4748-942A-B777E49CC5F4}" v="13" dt="2026-03-29T13:34:59.8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rochaan Ravichandran Gowri" userId="S::ravicv3@mcmaster.ca::aa90bba4-d027-4eb0-b675-3665c691d86c" providerId="AD" clId="Web-{B4539B9A-88E8-4748-942A-B777E49CC5F4}"/>
    <pc:docChg chg="modSld">
      <pc:chgData name="Virochaan Ravichandran Gowri" userId="S::ravicv3@mcmaster.ca::aa90bba4-d027-4eb0-b675-3665c691d86c" providerId="AD" clId="Web-{B4539B9A-88E8-4748-942A-B777E49CC5F4}" dt="2026-03-29T13:34:59.860" v="12" actId="20577"/>
      <pc:docMkLst>
        <pc:docMk/>
      </pc:docMkLst>
      <pc:sldChg chg="modSp">
        <pc:chgData name="Virochaan Ravichandran Gowri" userId="S::ravicv3@mcmaster.ca::aa90bba4-d027-4eb0-b675-3665c691d86c" providerId="AD" clId="Web-{B4539B9A-88E8-4748-942A-B777E49CC5F4}" dt="2026-03-29T13:34:09.344" v="8" actId="20577"/>
        <pc:sldMkLst>
          <pc:docMk/>
          <pc:sldMk cId="0" sldId="259"/>
        </pc:sldMkLst>
        <pc:spChg chg="mod">
          <ac:chgData name="Virochaan Ravichandran Gowri" userId="S::ravicv3@mcmaster.ca::aa90bba4-d027-4eb0-b675-3665c691d86c" providerId="AD" clId="Web-{B4539B9A-88E8-4748-942A-B777E49CC5F4}" dt="2026-03-29T13:33:57.422" v="1" actId="20577"/>
          <ac:spMkLst>
            <pc:docMk/>
            <pc:sldMk cId="0" sldId="259"/>
            <ac:spMk id="9" creationId="{00000000-0000-0000-0000-000000000000}"/>
          </ac:spMkLst>
        </pc:spChg>
        <pc:spChg chg="mod">
          <ac:chgData name="Virochaan Ravichandran Gowri" userId="S::ravicv3@mcmaster.ca::aa90bba4-d027-4eb0-b675-3665c691d86c" providerId="AD" clId="Web-{B4539B9A-88E8-4748-942A-B777E49CC5F4}" dt="2026-03-29T13:34:03.703" v="5" actId="20577"/>
          <ac:spMkLst>
            <pc:docMk/>
            <pc:sldMk cId="0" sldId="259"/>
            <ac:spMk id="19" creationId="{00000000-0000-0000-0000-000000000000}"/>
          </ac:spMkLst>
        </pc:spChg>
        <pc:spChg chg="mod">
          <ac:chgData name="Virochaan Ravichandran Gowri" userId="S::ravicv3@mcmaster.ca::aa90bba4-d027-4eb0-b675-3665c691d86c" providerId="AD" clId="Web-{B4539B9A-88E8-4748-942A-B777E49CC5F4}" dt="2026-03-29T13:34:06.094" v="7" actId="20577"/>
          <ac:spMkLst>
            <pc:docMk/>
            <pc:sldMk cId="0" sldId="259"/>
            <ac:spMk id="29" creationId="{00000000-0000-0000-0000-000000000000}"/>
          </ac:spMkLst>
        </pc:spChg>
        <pc:spChg chg="mod">
          <ac:chgData name="Virochaan Ravichandran Gowri" userId="S::ravicv3@mcmaster.ca::aa90bba4-d027-4eb0-b675-3665c691d86c" providerId="AD" clId="Web-{B4539B9A-88E8-4748-942A-B777E49CC5F4}" dt="2026-03-29T13:34:09.344" v="8" actId="20577"/>
          <ac:spMkLst>
            <pc:docMk/>
            <pc:sldMk cId="0" sldId="259"/>
            <ac:spMk id="39" creationId="{00000000-0000-0000-0000-000000000000}"/>
          </ac:spMkLst>
        </pc:spChg>
      </pc:sldChg>
      <pc:sldChg chg="modSp">
        <pc:chgData name="Virochaan Ravichandran Gowri" userId="S::ravicv3@mcmaster.ca::aa90bba4-d027-4eb0-b675-3665c691d86c" providerId="AD" clId="Web-{B4539B9A-88E8-4748-942A-B777E49CC5F4}" dt="2026-03-29T13:34:59.860" v="12" actId="20577"/>
        <pc:sldMkLst>
          <pc:docMk/>
          <pc:sldMk cId="3184879441" sldId="273"/>
        </pc:sldMkLst>
        <pc:spChg chg="mod">
          <ac:chgData name="Virochaan Ravichandran Gowri" userId="S::ravicv3@mcmaster.ca::aa90bba4-d027-4eb0-b675-3665c691d86c" providerId="AD" clId="Web-{B4539B9A-88E8-4748-942A-B777E49CC5F4}" dt="2026-03-29T13:34:59.860" v="12" actId="20577"/>
          <ac:spMkLst>
            <pc:docMk/>
            <pc:sldMk cId="3184879441" sldId="273"/>
            <ac:spMk id="3" creationId="{07C07745-D10D-D1AB-E276-D971D2453A1C}"/>
          </ac:spMkLst>
        </pc:spChg>
      </pc:sldChg>
    </pc:docChg>
  </pc:docChgLst>
  <pc:docChgLst>
    <pc:chgData name="Mohammad Mahboob" userId="S::mahbom2@mcmaster.ca::ef4122e6-f2bf-46e8-8161-70eddb50b7d6" providerId="AD" clId="Web-{A74C83CB-3645-4568-D7F2-BB7EE9E2E1D3}"/>
    <pc:docChg chg="modSld">
      <pc:chgData name="Mohammad Mahboob" userId="S::mahbom2@mcmaster.ca::ef4122e6-f2bf-46e8-8161-70eddb50b7d6" providerId="AD" clId="Web-{A74C83CB-3645-4568-D7F2-BB7EE9E2E1D3}" dt="2026-03-29T01:15:14.721" v="117"/>
      <pc:docMkLst>
        <pc:docMk/>
      </pc:docMkLst>
      <pc:sldChg chg="delSp">
        <pc:chgData name="Mohammad Mahboob" userId="S::mahbom2@mcmaster.ca::ef4122e6-f2bf-46e8-8161-70eddb50b7d6" providerId="AD" clId="Web-{A74C83CB-3645-4568-D7F2-BB7EE9E2E1D3}" dt="2026-03-29T01:15:14.721" v="117"/>
        <pc:sldMkLst>
          <pc:docMk/>
          <pc:sldMk cId="0" sldId="259"/>
        </pc:sldMkLst>
        <pc:spChg chg="del">
          <ac:chgData name="Mohammad Mahboob" userId="S::mahbom2@mcmaster.ca::ef4122e6-f2bf-46e8-8161-70eddb50b7d6" providerId="AD" clId="Web-{A74C83CB-3645-4568-D7F2-BB7EE9E2E1D3}" dt="2026-03-29T01:15:14.721" v="117"/>
          <ac:spMkLst>
            <pc:docMk/>
            <pc:sldMk cId="0" sldId="259"/>
            <ac:spMk id="43" creationId="{00000000-0000-0000-0000-000000000000}"/>
          </ac:spMkLst>
        </pc:spChg>
      </pc:sldChg>
      <pc:sldChg chg="modSp">
        <pc:chgData name="Mohammad Mahboob" userId="S::mahbom2@mcmaster.ca::ef4122e6-f2bf-46e8-8161-70eddb50b7d6" providerId="AD" clId="Web-{A74C83CB-3645-4568-D7F2-BB7EE9E2E1D3}" dt="2026-03-29T01:12:28.406" v="116" actId="20577"/>
        <pc:sldMkLst>
          <pc:docMk/>
          <pc:sldMk cId="3327601909" sldId="276"/>
        </pc:sldMkLst>
        <pc:spChg chg="mod">
          <ac:chgData name="Mohammad Mahboob" userId="S::mahbom2@mcmaster.ca::ef4122e6-f2bf-46e8-8161-70eddb50b7d6" providerId="AD" clId="Web-{A74C83CB-3645-4568-D7F2-BB7EE9E2E1D3}" dt="2026-03-29T01:10:03.500" v="80" actId="20577"/>
          <ac:spMkLst>
            <pc:docMk/>
            <pc:sldMk cId="3327601909" sldId="276"/>
            <ac:spMk id="3" creationId="{2FEE770F-41F7-D60A-2872-281E0484760E}"/>
          </ac:spMkLst>
        </pc:spChg>
        <pc:spChg chg="mod">
          <ac:chgData name="Mohammad Mahboob" userId="S::mahbom2@mcmaster.ca::ef4122e6-f2bf-46e8-8161-70eddb50b7d6" providerId="AD" clId="Web-{A74C83CB-3645-4568-D7F2-BB7EE9E2E1D3}" dt="2026-03-29T01:12:28.406" v="116" actId="20577"/>
          <ac:spMkLst>
            <pc:docMk/>
            <pc:sldMk cId="3327601909" sldId="276"/>
            <ac:spMk id="4" creationId="{745F72B3-31BA-07FB-4A32-62284BB92795}"/>
          </ac:spMkLst>
        </pc:spChg>
      </pc:sldChg>
    </pc:docChg>
  </pc:docChgLst>
  <pc:docChgLst>
    <pc:chgData name="Virochaan Ravichandran Gowri" userId="aa90bba4-d027-4eb0-b675-3665c691d86c" providerId="ADAL" clId="{843AA77A-64F8-4C66-BFFA-60B7C5B7ED9B}"/>
    <pc:docChg chg="custSel modSld">
      <pc:chgData name="Virochaan Ravichandran Gowri" userId="aa90bba4-d027-4eb0-b675-3665c691d86c" providerId="ADAL" clId="{843AA77A-64F8-4C66-BFFA-60B7C5B7ED9B}" dt="2026-03-29T15:52:28.769" v="1" actId="20577"/>
      <pc:docMkLst>
        <pc:docMk/>
      </pc:docMkLst>
      <pc:sldChg chg="modSp mod">
        <pc:chgData name="Virochaan Ravichandran Gowri" userId="aa90bba4-d027-4eb0-b675-3665c691d86c" providerId="ADAL" clId="{843AA77A-64F8-4C66-BFFA-60B7C5B7ED9B}" dt="2026-03-29T15:52:28.769" v="1" actId="20577"/>
        <pc:sldMkLst>
          <pc:docMk/>
          <pc:sldMk cId="0" sldId="259"/>
        </pc:sldMkLst>
        <pc:spChg chg="mod">
          <ac:chgData name="Virochaan Ravichandran Gowri" userId="aa90bba4-d027-4eb0-b675-3665c691d86c" providerId="ADAL" clId="{843AA77A-64F8-4C66-BFFA-60B7C5B7ED9B}" dt="2026-03-29T15:52:28.769" v="1" actId="20577"/>
          <ac:spMkLst>
            <pc:docMk/>
            <pc:sldMk cId="0" sldId="259"/>
            <ac:spMk id="3" creationId="{00000000-0000-0000-0000-000000000000}"/>
          </ac:spMkLst>
        </pc:spChg>
      </pc:sldChg>
      <pc:sldChg chg="addSp delSp modSp mod">
        <pc:chgData name="Virochaan Ravichandran Gowri" userId="aa90bba4-d027-4eb0-b675-3665c691d86c" providerId="ADAL" clId="{843AA77A-64F8-4C66-BFFA-60B7C5B7ED9B}" dt="2026-03-29T13:36:23.071" v="0" actId="26606"/>
        <pc:sldMkLst>
          <pc:docMk/>
          <pc:sldMk cId="3184879441" sldId="273"/>
        </pc:sldMkLst>
        <pc:spChg chg="mod">
          <ac:chgData name="Virochaan Ravichandran Gowri" userId="aa90bba4-d027-4eb0-b675-3665c691d86c" providerId="ADAL" clId="{843AA77A-64F8-4C66-BFFA-60B7C5B7ED9B}" dt="2026-03-29T13:36:23.071" v="0" actId="26606"/>
          <ac:spMkLst>
            <pc:docMk/>
            <pc:sldMk cId="3184879441" sldId="273"/>
            <ac:spMk id="3" creationId="{07C07745-D10D-D1AB-E276-D971D2453A1C}"/>
          </ac:spMkLst>
        </pc:spChg>
        <pc:spChg chg="del">
          <ac:chgData name="Virochaan Ravichandran Gowri" userId="aa90bba4-d027-4eb0-b675-3665c691d86c" providerId="ADAL" clId="{843AA77A-64F8-4C66-BFFA-60B7C5B7ED9B}" dt="2026-03-29T13:36:23.071" v="0" actId="26606"/>
          <ac:spMkLst>
            <pc:docMk/>
            <pc:sldMk cId="3184879441" sldId="273"/>
            <ac:spMk id="54" creationId="{B4AAD3FD-83A5-4B89-9F8F-01B8870865BE}"/>
          </ac:spMkLst>
        </pc:spChg>
        <pc:spChg chg="del">
          <ac:chgData name="Virochaan Ravichandran Gowri" userId="aa90bba4-d027-4eb0-b675-3665c691d86c" providerId="ADAL" clId="{843AA77A-64F8-4C66-BFFA-60B7C5B7ED9B}" dt="2026-03-29T13:36:23.071" v="0" actId="26606"/>
          <ac:spMkLst>
            <pc:docMk/>
            <pc:sldMk cId="3184879441" sldId="273"/>
            <ac:spMk id="56" creationId="{61752F1D-FC0F-4103-9584-630E643CCDA6}"/>
          </ac:spMkLst>
        </pc:spChg>
        <pc:spChg chg="del">
          <ac:chgData name="Virochaan Ravichandran Gowri" userId="aa90bba4-d027-4eb0-b675-3665c691d86c" providerId="ADAL" clId="{843AA77A-64F8-4C66-BFFA-60B7C5B7ED9B}" dt="2026-03-29T13:36:23.071" v="0" actId="26606"/>
          <ac:spMkLst>
            <pc:docMk/>
            <pc:sldMk cId="3184879441" sldId="273"/>
            <ac:spMk id="58" creationId="{70151CB7-E7DE-4917-B831-01DF9CE01306}"/>
          </ac:spMkLst>
        </pc:spChg>
        <pc:spChg chg="del">
          <ac:chgData name="Virochaan Ravichandran Gowri" userId="aa90bba4-d027-4eb0-b675-3665c691d86c" providerId="ADAL" clId="{843AA77A-64F8-4C66-BFFA-60B7C5B7ED9B}" dt="2026-03-29T13:36:23.071" v="0" actId="26606"/>
          <ac:spMkLst>
            <pc:docMk/>
            <pc:sldMk cId="3184879441" sldId="273"/>
            <ac:spMk id="60" creationId="{A92A1116-1C84-41DF-B803-1F7B0883EC82}"/>
          </ac:spMkLst>
        </pc:spChg>
        <pc:spChg chg="add">
          <ac:chgData name="Virochaan Ravichandran Gowri" userId="aa90bba4-d027-4eb0-b675-3665c691d86c" providerId="ADAL" clId="{843AA77A-64F8-4C66-BFFA-60B7C5B7ED9B}" dt="2026-03-29T13:36:23.071" v="0" actId="26606"/>
          <ac:spMkLst>
            <pc:docMk/>
            <pc:sldMk cId="3184879441" sldId="273"/>
            <ac:spMk id="65" creationId="{B4AAD3FD-83A5-4B89-9F8F-01B8870865BE}"/>
          </ac:spMkLst>
        </pc:spChg>
        <pc:spChg chg="add">
          <ac:chgData name="Virochaan Ravichandran Gowri" userId="aa90bba4-d027-4eb0-b675-3665c691d86c" providerId="ADAL" clId="{843AA77A-64F8-4C66-BFFA-60B7C5B7ED9B}" dt="2026-03-29T13:36:23.071" v="0" actId="26606"/>
          <ac:spMkLst>
            <pc:docMk/>
            <pc:sldMk cId="3184879441" sldId="273"/>
            <ac:spMk id="67" creationId="{61752F1D-FC0F-4103-9584-630E643CCDA6}"/>
          </ac:spMkLst>
        </pc:spChg>
        <pc:spChg chg="add">
          <ac:chgData name="Virochaan Ravichandran Gowri" userId="aa90bba4-d027-4eb0-b675-3665c691d86c" providerId="ADAL" clId="{843AA77A-64F8-4C66-BFFA-60B7C5B7ED9B}" dt="2026-03-29T13:36:23.071" v="0" actId="26606"/>
          <ac:spMkLst>
            <pc:docMk/>
            <pc:sldMk cId="3184879441" sldId="273"/>
            <ac:spMk id="69" creationId="{70151CB7-E7DE-4917-B831-01DF9CE01306}"/>
          </ac:spMkLst>
        </pc:spChg>
        <pc:spChg chg="add">
          <ac:chgData name="Virochaan Ravichandran Gowri" userId="aa90bba4-d027-4eb0-b675-3665c691d86c" providerId="ADAL" clId="{843AA77A-64F8-4C66-BFFA-60B7C5B7ED9B}" dt="2026-03-29T13:36:23.071" v="0" actId="26606"/>
          <ac:spMkLst>
            <pc:docMk/>
            <pc:sldMk cId="3184879441" sldId="273"/>
            <ac:spMk id="71" creationId="{A92A1116-1C84-41DF-B803-1F7B0883EC82}"/>
          </ac:spMkLst>
        </pc:spChg>
      </pc:sldChg>
    </pc:docChg>
  </pc:docChgLst>
  <pc:docChgLst>
    <pc:chgData name="Virochaan Ravichandran Gowri" userId="aa90bba4-d027-4eb0-b675-3665c691d86c" providerId="ADAL" clId="{702EC609-F0E6-469F-9D18-ECE29A4FAD62}"/>
    <pc:docChg chg="undo custSel addSld delSld modSld sldOrd modMainMaster">
      <pc:chgData name="Virochaan Ravichandran Gowri" userId="aa90bba4-d027-4eb0-b675-3665c691d86c" providerId="ADAL" clId="{702EC609-F0E6-469F-9D18-ECE29A4FAD62}" dt="2026-03-28T21:05:14.227" v="2671" actId="20577"/>
      <pc:docMkLst>
        <pc:docMk/>
      </pc:docMkLst>
      <pc:sldChg chg="delSp modSp setBg delDesignElem">
        <pc:chgData name="Virochaan Ravichandran Gowri" userId="aa90bba4-d027-4eb0-b675-3665c691d86c" providerId="ADAL" clId="{702EC609-F0E6-469F-9D18-ECE29A4FAD62}" dt="2026-03-26T17:01:13.046" v="103"/>
        <pc:sldMkLst>
          <pc:docMk/>
          <pc:sldMk cId="109857222" sldId="256"/>
        </pc:sldMkLst>
        <pc:spChg chg="mod">
          <ac:chgData name="Virochaan Ravichandran Gowri" userId="aa90bba4-d027-4eb0-b675-3665c691d86c" providerId="ADAL" clId="{702EC609-F0E6-469F-9D18-ECE29A4FAD62}" dt="2026-03-26T17:01:13.046" v="103"/>
          <ac:spMkLst>
            <pc:docMk/>
            <pc:sldMk cId="109857222" sldId="256"/>
            <ac:spMk id="2" creationId="{00000000-0000-0000-0000-000000000000}"/>
          </ac:spMkLst>
        </pc:spChg>
        <pc:spChg chg="mod">
          <ac:chgData name="Virochaan Ravichandran Gowri" userId="aa90bba4-d027-4eb0-b675-3665c691d86c" providerId="ADAL" clId="{702EC609-F0E6-469F-9D18-ECE29A4FAD62}" dt="2026-03-26T17:01:13.046" v="103"/>
          <ac:spMkLst>
            <pc:docMk/>
            <pc:sldMk cId="109857222" sldId="256"/>
            <ac:spMk id="3" creationId="{00000000-0000-0000-0000-000000000000}"/>
          </ac:spMkLst>
        </pc:spChg>
      </pc:sldChg>
      <pc:sldChg chg="addSp delSp modSp mod setBg delDesignElem">
        <pc:chgData name="Virochaan Ravichandran Gowri" userId="aa90bba4-d027-4eb0-b675-3665c691d86c" providerId="ADAL" clId="{702EC609-F0E6-469F-9D18-ECE29A4FAD62}" dt="2026-03-28T19:45:42.931" v="2644" actId="122"/>
        <pc:sldMkLst>
          <pc:docMk/>
          <pc:sldMk cId="885733539" sldId="257"/>
        </pc:sldMkLst>
        <pc:spChg chg="mod">
          <ac:chgData name="Virochaan Ravichandran Gowri" userId="aa90bba4-d027-4eb0-b675-3665c691d86c" providerId="ADAL" clId="{702EC609-F0E6-469F-9D18-ECE29A4FAD62}" dt="2026-03-28T19:45:42.931" v="2644" actId="122"/>
          <ac:spMkLst>
            <pc:docMk/>
            <pc:sldMk cId="885733539" sldId="257"/>
            <ac:spMk id="2" creationId="{E04D4532-718B-E042-0473-D96FD69604BE}"/>
          </ac:spMkLst>
        </pc:spChg>
        <pc:spChg chg="del mod">
          <ac:chgData name="Virochaan Ravichandran Gowri" userId="aa90bba4-d027-4eb0-b675-3665c691d86c" providerId="ADAL" clId="{702EC609-F0E6-469F-9D18-ECE29A4FAD62}" dt="2026-03-28T19:45:30.700" v="2641" actId="478"/>
          <ac:spMkLst>
            <pc:docMk/>
            <pc:sldMk cId="885733539" sldId="257"/>
            <ac:spMk id="3" creationId="{837585A0-A49D-1F58-3E7F-7C2ABF8A410A}"/>
          </ac:spMkLst>
        </pc:spChg>
        <pc:spChg chg="add del mod">
          <ac:chgData name="Virochaan Ravichandran Gowri" userId="aa90bba4-d027-4eb0-b675-3665c691d86c" providerId="ADAL" clId="{702EC609-F0E6-469F-9D18-ECE29A4FAD62}" dt="2026-03-28T19:45:39.069" v="2643" actId="478"/>
          <ac:spMkLst>
            <pc:docMk/>
            <pc:sldMk cId="885733539" sldId="257"/>
            <ac:spMk id="5" creationId="{9DEED971-E01C-E496-377B-D0F525E3AE5D}"/>
          </ac:spMkLst>
        </pc:spChg>
      </pc:sldChg>
      <pc:sldChg chg="modSp mod">
        <pc:chgData name="Virochaan Ravichandran Gowri" userId="aa90bba4-d027-4eb0-b675-3665c691d86c" providerId="ADAL" clId="{702EC609-F0E6-469F-9D18-ECE29A4FAD62}" dt="2026-03-26T17:16:48.286" v="309" actId="113"/>
        <pc:sldMkLst>
          <pc:docMk/>
          <pc:sldMk cId="3317324064" sldId="258"/>
        </pc:sldMkLst>
        <pc:spChg chg="mod">
          <ac:chgData name="Virochaan Ravichandran Gowri" userId="aa90bba4-d027-4eb0-b675-3665c691d86c" providerId="ADAL" clId="{702EC609-F0E6-469F-9D18-ECE29A4FAD62}" dt="2026-03-26T17:16:48.286" v="309" actId="113"/>
          <ac:spMkLst>
            <pc:docMk/>
            <pc:sldMk cId="3317324064" sldId="258"/>
            <ac:spMk id="2" creationId="{0D059DA5-950E-D4EF-12A4-C2A54655E197}"/>
          </ac:spMkLst>
        </pc:spChg>
        <pc:spChg chg="mod">
          <ac:chgData name="Virochaan Ravichandran Gowri" userId="aa90bba4-d027-4eb0-b675-3665c691d86c" providerId="ADAL" clId="{702EC609-F0E6-469F-9D18-ECE29A4FAD62}" dt="2026-03-26T17:15:07.627" v="301" actId="20577"/>
          <ac:spMkLst>
            <pc:docMk/>
            <pc:sldMk cId="3317324064" sldId="258"/>
            <ac:spMk id="3" creationId="{B74D1D65-5CB2-5B70-FB6A-7863D34AB1B3}"/>
          </ac:spMkLst>
        </pc:spChg>
      </pc:sldChg>
      <pc:sldChg chg="addSp delSp modSp add mod ord setBg">
        <pc:chgData name="Virochaan Ravichandran Gowri" userId="aa90bba4-d027-4eb0-b675-3665c691d86c" providerId="ADAL" clId="{702EC609-F0E6-469F-9D18-ECE29A4FAD62}" dt="2026-03-28T20:21:27.309" v="2646" actId="1076"/>
        <pc:sldMkLst>
          <pc:docMk/>
          <pc:sldMk cId="0" sldId="259"/>
        </pc:sldMkLst>
        <pc:spChg chg="mod">
          <ac:chgData name="Virochaan Ravichandran Gowri" userId="aa90bba4-d027-4eb0-b675-3665c691d86c" providerId="ADAL" clId="{702EC609-F0E6-469F-9D18-ECE29A4FAD62}" dt="2026-03-26T17:12:39.537" v="238" actId="14100"/>
          <ac:spMkLst>
            <pc:docMk/>
            <pc:sldMk cId="0" sldId="259"/>
            <ac:spMk id="5" creationId="{00000000-0000-0000-0000-000000000000}"/>
          </ac:spMkLst>
        </pc:spChg>
        <pc:spChg chg="mod">
          <ac:chgData name="Virochaan Ravichandran Gowri" userId="aa90bba4-d027-4eb0-b675-3665c691d86c" providerId="ADAL" clId="{702EC609-F0E6-469F-9D18-ECE29A4FAD62}" dt="2026-03-26T17:07:54.603" v="139" actId="1076"/>
          <ac:spMkLst>
            <pc:docMk/>
            <pc:sldMk cId="0" sldId="259"/>
            <ac:spMk id="6" creationId="{00000000-0000-0000-0000-000000000000}"/>
          </ac:spMkLst>
        </pc:spChg>
        <pc:spChg chg="mod">
          <ac:chgData name="Virochaan Ravichandran Gowri" userId="aa90bba4-d027-4eb0-b675-3665c691d86c" providerId="ADAL" clId="{702EC609-F0E6-469F-9D18-ECE29A4FAD62}" dt="2026-03-26T17:07:54.603" v="139" actId="1076"/>
          <ac:spMkLst>
            <pc:docMk/>
            <pc:sldMk cId="0" sldId="259"/>
            <ac:spMk id="7" creationId="{00000000-0000-0000-0000-000000000000}"/>
          </ac:spMkLst>
        </pc:spChg>
        <pc:spChg chg="mod">
          <ac:chgData name="Virochaan Ravichandran Gowri" userId="aa90bba4-d027-4eb0-b675-3665c691d86c" providerId="ADAL" clId="{702EC609-F0E6-469F-9D18-ECE29A4FAD62}" dt="2026-03-26T17:07:54.603" v="139" actId="1076"/>
          <ac:spMkLst>
            <pc:docMk/>
            <pc:sldMk cId="0" sldId="259"/>
            <ac:spMk id="8" creationId="{00000000-0000-0000-0000-000000000000}"/>
          </ac:spMkLst>
        </pc:spChg>
        <pc:spChg chg="mod">
          <ac:chgData name="Virochaan Ravichandran Gowri" userId="aa90bba4-d027-4eb0-b675-3665c691d86c" providerId="ADAL" clId="{702EC609-F0E6-469F-9D18-ECE29A4FAD62}" dt="2026-03-26T17:08:23.265" v="151" actId="20577"/>
          <ac:spMkLst>
            <pc:docMk/>
            <pc:sldMk cId="0" sldId="259"/>
            <ac:spMk id="9" creationId="{00000000-0000-0000-0000-000000000000}"/>
          </ac:spMkLst>
        </pc:spChg>
        <pc:spChg chg="mod">
          <ac:chgData name="Virochaan Ravichandran Gowri" userId="aa90bba4-d027-4eb0-b675-3665c691d86c" providerId="ADAL" clId="{702EC609-F0E6-469F-9D18-ECE29A4FAD62}" dt="2026-03-26T17:08:28.681" v="161" actId="20577"/>
          <ac:spMkLst>
            <pc:docMk/>
            <pc:sldMk cId="0" sldId="259"/>
            <ac:spMk id="10" creationId="{00000000-0000-0000-0000-000000000000}"/>
          </ac:spMkLst>
        </pc:spChg>
        <pc:spChg chg="mod">
          <ac:chgData name="Virochaan Ravichandran Gowri" userId="aa90bba4-d027-4eb0-b675-3665c691d86c" providerId="ADAL" clId="{702EC609-F0E6-469F-9D18-ECE29A4FAD62}" dt="2026-03-26T17:07:54.603" v="139" actId="1076"/>
          <ac:spMkLst>
            <pc:docMk/>
            <pc:sldMk cId="0" sldId="259"/>
            <ac:spMk id="11" creationId="{00000000-0000-0000-0000-000000000000}"/>
          </ac:spMkLst>
        </pc:spChg>
        <pc:spChg chg="mod">
          <ac:chgData name="Virochaan Ravichandran Gowri" userId="aa90bba4-d027-4eb0-b675-3665c691d86c" providerId="ADAL" clId="{702EC609-F0E6-469F-9D18-ECE29A4FAD62}" dt="2026-03-26T17:09:07.627" v="228" actId="20577"/>
          <ac:spMkLst>
            <pc:docMk/>
            <pc:sldMk cId="0" sldId="259"/>
            <ac:spMk id="12" creationId="{00000000-0000-0000-0000-000000000000}"/>
          </ac:spMkLst>
        </pc:spChg>
        <pc:spChg chg="mod">
          <ac:chgData name="Virochaan Ravichandran Gowri" userId="aa90bba4-d027-4eb0-b675-3665c691d86c" providerId="ADAL" clId="{702EC609-F0E6-469F-9D18-ECE29A4FAD62}" dt="2026-03-26T17:09:43.915" v="233" actId="14100"/>
          <ac:spMkLst>
            <pc:docMk/>
            <pc:sldMk cId="0" sldId="259"/>
            <ac:spMk id="15" creationId="{00000000-0000-0000-0000-000000000000}"/>
          </ac:spMkLst>
        </pc:spChg>
        <pc:spChg chg="mod">
          <ac:chgData name="Virochaan Ravichandran Gowri" userId="aa90bba4-d027-4eb0-b675-3665c691d86c" providerId="ADAL" clId="{702EC609-F0E6-469F-9D18-ECE29A4FAD62}" dt="2026-03-26T17:08:14.913" v="147" actId="1076"/>
          <ac:spMkLst>
            <pc:docMk/>
            <pc:sldMk cId="0" sldId="259"/>
            <ac:spMk id="16" creationId="{00000000-0000-0000-0000-000000000000}"/>
          </ac:spMkLst>
        </pc:spChg>
        <pc:spChg chg="mod">
          <ac:chgData name="Virochaan Ravichandran Gowri" userId="aa90bba4-d027-4eb0-b675-3665c691d86c" providerId="ADAL" clId="{702EC609-F0E6-469F-9D18-ECE29A4FAD62}" dt="2026-03-26T17:08:14.913" v="147" actId="1076"/>
          <ac:spMkLst>
            <pc:docMk/>
            <pc:sldMk cId="0" sldId="259"/>
            <ac:spMk id="17" creationId="{00000000-0000-0000-0000-000000000000}"/>
          </ac:spMkLst>
        </pc:spChg>
        <pc:spChg chg="mod">
          <ac:chgData name="Virochaan Ravichandran Gowri" userId="aa90bba4-d027-4eb0-b675-3665c691d86c" providerId="ADAL" clId="{702EC609-F0E6-469F-9D18-ECE29A4FAD62}" dt="2026-03-26T17:08:14.913" v="147" actId="1076"/>
          <ac:spMkLst>
            <pc:docMk/>
            <pc:sldMk cId="0" sldId="259"/>
            <ac:spMk id="18" creationId="{00000000-0000-0000-0000-000000000000}"/>
          </ac:spMkLst>
        </pc:spChg>
        <pc:spChg chg="mod">
          <ac:chgData name="Virochaan Ravichandran Gowri" userId="aa90bba4-d027-4eb0-b675-3665c691d86c" providerId="ADAL" clId="{702EC609-F0E6-469F-9D18-ECE29A4FAD62}" dt="2026-03-26T17:08:14.913" v="147" actId="1076"/>
          <ac:spMkLst>
            <pc:docMk/>
            <pc:sldMk cId="0" sldId="259"/>
            <ac:spMk id="19" creationId="{00000000-0000-0000-0000-000000000000}"/>
          </ac:spMkLst>
        </pc:spChg>
        <pc:spChg chg="mod">
          <ac:chgData name="Virochaan Ravichandran Gowri" userId="aa90bba4-d027-4eb0-b675-3665c691d86c" providerId="ADAL" clId="{702EC609-F0E6-469F-9D18-ECE29A4FAD62}" dt="2026-03-26T17:08:37.473" v="165" actId="20577"/>
          <ac:spMkLst>
            <pc:docMk/>
            <pc:sldMk cId="0" sldId="259"/>
            <ac:spMk id="20" creationId="{00000000-0000-0000-0000-000000000000}"/>
          </ac:spMkLst>
        </pc:spChg>
        <pc:spChg chg="mod">
          <ac:chgData name="Virochaan Ravichandran Gowri" userId="aa90bba4-d027-4eb0-b675-3665c691d86c" providerId="ADAL" clId="{702EC609-F0E6-469F-9D18-ECE29A4FAD62}" dt="2026-03-26T17:08:14.913" v="147" actId="1076"/>
          <ac:spMkLst>
            <pc:docMk/>
            <pc:sldMk cId="0" sldId="259"/>
            <ac:spMk id="22"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25"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26"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27"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28"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29"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30"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31" creationId="{00000000-0000-0000-0000-000000000000}"/>
          </ac:spMkLst>
        </pc:spChg>
        <pc:spChg chg="mod">
          <ac:chgData name="Virochaan Ravichandran Gowri" userId="aa90bba4-d027-4eb0-b675-3665c691d86c" providerId="ADAL" clId="{702EC609-F0E6-469F-9D18-ECE29A4FAD62}" dt="2026-03-26T17:10:21.764" v="237" actId="1076"/>
          <ac:spMkLst>
            <pc:docMk/>
            <pc:sldMk cId="0" sldId="259"/>
            <ac:spMk id="32" creationId="{00000000-0000-0000-0000-000000000000}"/>
          </ac:spMkLst>
        </pc:spChg>
        <pc:spChg chg="mod">
          <ac:chgData name="Virochaan Ravichandran Gowri" userId="aa90bba4-d027-4eb0-b675-3665c691d86c" providerId="ADAL" clId="{702EC609-F0E6-469F-9D18-ECE29A4FAD62}" dt="2026-03-28T20:21:23.880" v="2645" actId="1076"/>
          <ac:spMkLst>
            <pc:docMk/>
            <pc:sldMk cId="0" sldId="259"/>
            <ac:spMk id="35" creationId="{00000000-0000-0000-0000-000000000000}"/>
          </ac:spMkLst>
        </pc:spChg>
        <pc:spChg chg="mod">
          <ac:chgData name="Virochaan Ravichandran Gowri" userId="aa90bba4-d027-4eb0-b675-3665c691d86c" providerId="ADAL" clId="{702EC609-F0E6-469F-9D18-ECE29A4FAD62}" dt="2026-03-28T20:21:27.309" v="2646" actId="1076"/>
          <ac:spMkLst>
            <pc:docMk/>
            <pc:sldMk cId="0" sldId="259"/>
            <ac:spMk id="36" creationId="{00000000-0000-0000-0000-000000000000}"/>
          </ac:spMkLst>
        </pc:spChg>
        <pc:spChg chg="add mod">
          <ac:chgData name="Virochaan Ravichandran Gowri" userId="aa90bba4-d027-4eb0-b675-3665c691d86c" providerId="ADAL" clId="{702EC609-F0E6-469F-9D18-ECE29A4FAD62}" dt="2026-03-26T17:09:27.078" v="231" actId="1076"/>
          <ac:spMkLst>
            <pc:docMk/>
            <pc:sldMk cId="0" sldId="259"/>
            <ac:spMk id="44" creationId="{2701316F-001F-0685-5632-94B9FFCE4FB9}"/>
          </ac:spMkLst>
        </pc:spChg>
      </pc:sldChg>
      <pc:sldChg chg="modSp add mod">
        <pc:chgData name="Virochaan Ravichandran Gowri" userId="aa90bba4-d027-4eb0-b675-3665c691d86c" providerId="ADAL" clId="{702EC609-F0E6-469F-9D18-ECE29A4FAD62}" dt="2026-03-26T17:12:56.659" v="243" actId="20577"/>
        <pc:sldMkLst>
          <pc:docMk/>
          <pc:sldMk cId="9709733" sldId="260"/>
        </pc:sldMkLst>
        <pc:spChg chg="mod">
          <ac:chgData name="Virochaan Ravichandran Gowri" userId="aa90bba4-d027-4eb0-b675-3665c691d86c" providerId="ADAL" clId="{702EC609-F0E6-469F-9D18-ECE29A4FAD62}" dt="2026-03-26T17:12:56.659" v="243" actId="20577"/>
          <ac:spMkLst>
            <pc:docMk/>
            <pc:sldMk cId="9709733" sldId="260"/>
            <ac:spMk id="2" creationId="{0BECE0AB-90B4-2482-A040-79DD3707BB99}"/>
          </ac:spMkLst>
        </pc:spChg>
      </pc:sldChg>
      <pc:sldChg chg="addSp delSp modSp add mod setBg setClrOvrMap">
        <pc:chgData name="Virochaan Ravichandran Gowri" userId="aa90bba4-d027-4eb0-b675-3665c691d86c" providerId="ADAL" clId="{702EC609-F0E6-469F-9D18-ECE29A4FAD62}" dt="2026-03-26T17:19:06.837" v="585" actId="26606"/>
        <pc:sldMkLst>
          <pc:docMk/>
          <pc:sldMk cId="3214744034" sldId="261"/>
        </pc:sldMkLst>
        <pc:spChg chg="mod">
          <ac:chgData name="Virochaan Ravichandran Gowri" userId="aa90bba4-d027-4eb0-b675-3665c691d86c" providerId="ADAL" clId="{702EC609-F0E6-469F-9D18-ECE29A4FAD62}" dt="2026-03-26T17:19:06.837" v="585" actId="26606"/>
          <ac:spMkLst>
            <pc:docMk/>
            <pc:sldMk cId="3214744034" sldId="261"/>
            <ac:spMk id="2" creationId="{E37596E8-8BD2-7F41-2827-38E210E869F5}"/>
          </ac:spMkLst>
        </pc:spChg>
        <pc:spChg chg="add">
          <ac:chgData name="Virochaan Ravichandran Gowri" userId="aa90bba4-d027-4eb0-b675-3665c691d86c" providerId="ADAL" clId="{702EC609-F0E6-469F-9D18-ECE29A4FAD62}" dt="2026-03-26T17:19:06.837" v="585" actId="26606"/>
          <ac:spMkLst>
            <pc:docMk/>
            <pc:sldMk cId="3214744034" sldId="261"/>
            <ac:spMk id="23" creationId="{4E78424C-6FD0-41F8-9CAA-5DC19C42359F}"/>
          </ac:spMkLst>
        </pc:spChg>
        <pc:spChg chg="add">
          <ac:chgData name="Virochaan Ravichandran Gowri" userId="aa90bba4-d027-4eb0-b675-3665c691d86c" providerId="ADAL" clId="{702EC609-F0E6-469F-9D18-ECE29A4FAD62}" dt="2026-03-26T17:19:06.837" v="585" actId="26606"/>
          <ac:spMkLst>
            <pc:docMk/>
            <pc:sldMk cId="3214744034" sldId="261"/>
            <ac:spMk id="24" creationId="{DD136760-57DC-4301-8BEA-B71AD2D13905}"/>
          </ac:spMkLst>
        </pc:spChg>
        <pc:spChg chg="add">
          <ac:chgData name="Virochaan Ravichandran Gowri" userId="aa90bba4-d027-4eb0-b675-3665c691d86c" providerId="ADAL" clId="{702EC609-F0E6-469F-9D18-ECE29A4FAD62}" dt="2026-03-26T17:19:06.837" v="585" actId="26606"/>
          <ac:spMkLst>
            <pc:docMk/>
            <pc:sldMk cId="3214744034" sldId="261"/>
            <ac:spMk id="25" creationId="{BDC58DEA-1307-4F44-AD47-E613D8B76A89}"/>
          </ac:spMkLst>
        </pc:spChg>
        <pc:spChg chg="add">
          <ac:chgData name="Virochaan Ravichandran Gowri" userId="aa90bba4-d027-4eb0-b675-3665c691d86c" providerId="ADAL" clId="{702EC609-F0E6-469F-9D18-ECE29A4FAD62}" dt="2026-03-26T17:19:06.837" v="585" actId="26606"/>
          <ac:spMkLst>
            <pc:docMk/>
            <pc:sldMk cId="3214744034" sldId="261"/>
            <ac:spMk id="26" creationId="{C99B912D-1E4B-42AF-A2BE-CFEFEC916EE7}"/>
          </ac:spMkLst>
        </pc:spChg>
        <pc:graphicFrameChg chg="add">
          <ac:chgData name="Virochaan Ravichandran Gowri" userId="aa90bba4-d027-4eb0-b675-3665c691d86c" providerId="ADAL" clId="{702EC609-F0E6-469F-9D18-ECE29A4FAD62}" dt="2026-03-26T17:19:06.837" v="585" actId="26606"/>
          <ac:graphicFrameMkLst>
            <pc:docMk/>
            <pc:sldMk cId="3214744034" sldId="261"/>
            <ac:graphicFrameMk id="27" creationId="{B324DF6D-FEC1-51C4-0953-F0FEAC44161C}"/>
          </ac:graphicFrameMkLst>
        </pc:graphicFrameChg>
      </pc:sldChg>
      <pc:sldChg chg="addSp delSp modSp add mod ord setBg setClrOvrMap">
        <pc:chgData name="Virochaan Ravichandran Gowri" userId="aa90bba4-d027-4eb0-b675-3665c691d86c" providerId="ADAL" clId="{702EC609-F0E6-469F-9D18-ECE29A4FAD62}" dt="2026-03-27T20:26:35.567" v="2186" actId="20577"/>
        <pc:sldMkLst>
          <pc:docMk/>
          <pc:sldMk cId="3335607061" sldId="263"/>
        </pc:sldMkLst>
        <pc:spChg chg="mod">
          <ac:chgData name="Virochaan Ravichandran Gowri" userId="aa90bba4-d027-4eb0-b675-3665c691d86c" providerId="ADAL" clId="{702EC609-F0E6-469F-9D18-ECE29A4FAD62}" dt="2026-03-26T17:24:52.822" v="774" actId="26606"/>
          <ac:spMkLst>
            <pc:docMk/>
            <pc:sldMk cId="3335607061" sldId="263"/>
            <ac:spMk id="2" creationId="{48A81948-8A98-883C-D288-2BC438A99876}"/>
          </ac:spMkLst>
        </pc:spChg>
        <pc:spChg chg="add">
          <ac:chgData name="Virochaan Ravichandran Gowri" userId="aa90bba4-d027-4eb0-b675-3665c691d86c" providerId="ADAL" clId="{702EC609-F0E6-469F-9D18-ECE29A4FAD62}" dt="2026-03-26T17:24:52.822" v="774" actId="26606"/>
          <ac:spMkLst>
            <pc:docMk/>
            <pc:sldMk cId="3335607061" sldId="263"/>
            <ac:spMk id="21" creationId="{ABE6F9A3-300E-47F5-B41C-C8C5E758DE7C}"/>
          </ac:spMkLst>
        </pc:spChg>
        <pc:spChg chg="add">
          <ac:chgData name="Virochaan Ravichandran Gowri" userId="aa90bba4-d027-4eb0-b675-3665c691d86c" providerId="ADAL" clId="{702EC609-F0E6-469F-9D18-ECE29A4FAD62}" dt="2026-03-26T17:24:52.822" v="774" actId="26606"/>
          <ac:spMkLst>
            <pc:docMk/>
            <pc:sldMk cId="3335607061" sldId="263"/>
            <ac:spMk id="22" creationId="{61B4701B-39FE-43B8-86AA-D6B8789C2207}"/>
          </ac:spMkLst>
        </pc:spChg>
        <pc:spChg chg="add">
          <ac:chgData name="Virochaan Ravichandran Gowri" userId="aa90bba4-d027-4eb0-b675-3665c691d86c" providerId="ADAL" clId="{702EC609-F0E6-469F-9D18-ECE29A4FAD62}" dt="2026-03-26T17:24:52.822" v="774" actId="26606"/>
          <ac:spMkLst>
            <pc:docMk/>
            <pc:sldMk cId="3335607061" sldId="263"/>
            <ac:spMk id="23" creationId="{E9A7EF13-49FA-4355-971A-34B065F35022}"/>
          </ac:spMkLst>
        </pc:spChg>
        <pc:spChg chg="add">
          <ac:chgData name="Virochaan Ravichandran Gowri" userId="aa90bba4-d027-4eb0-b675-3665c691d86c" providerId="ADAL" clId="{702EC609-F0E6-469F-9D18-ECE29A4FAD62}" dt="2026-03-26T17:24:52.822" v="774" actId="26606"/>
          <ac:spMkLst>
            <pc:docMk/>
            <pc:sldMk cId="3335607061" sldId="263"/>
            <ac:spMk id="25" creationId="{92CF3C3E-0F7B-4F0C-8EBD-BDD38E9C66F5}"/>
          </ac:spMkLst>
        </pc:spChg>
        <pc:graphicFrameChg chg="add mod modGraphic">
          <ac:chgData name="Virochaan Ravichandran Gowri" userId="aa90bba4-d027-4eb0-b675-3665c691d86c" providerId="ADAL" clId="{702EC609-F0E6-469F-9D18-ECE29A4FAD62}" dt="2026-03-27T20:26:35.567" v="2186" actId="20577"/>
          <ac:graphicFrameMkLst>
            <pc:docMk/>
            <pc:sldMk cId="3335607061" sldId="263"/>
            <ac:graphicFrameMk id="19" creationId="{6FCDB12C-51C3-C30B-5C01-C143E2B9C801}"/>
          </ac:graphicFrameMkLst>
        </pc:graphicFrameChg>
      </pc:sldChg>
      <pc:sldChg chg="addSp delSp modSp add mod setBg setClrOvrMap">
        <pc:chgData name="Virochaan Ravichandran Gowri" userId="aa90bba4-d027-4eb0-b675-3665c691d86c" providerId="ADAL" clId="{702EC609-F0E6-469F-9D18-ECE29A4FAD62}" dt="2026-03-26T21:54:07.922" v="1037" actId="20577"/>
        <pc:sldMkLst>
          <pc:docMk/>
          <pc:sldMk cId="836609273" sldId="264"/>
        </pc:sldMkLst>
        <pc:spChg chg="mod">
          <ac:chgData name="Virochaan Ravichandran Gowri" userId="aa90bba4-d027-4eb0-b675-3665c691d86c" providerId="ADAL" clId="{702EC609-F0E6-469F-9D18-ECE29A4FAD62}" dt="2026-03-26T21:54:07.922" v="1037" actId="20577"/>
          <ac:spMkLst>
            <pc:docMk/>
            <pc:sldMk cId="836609273" sldId="264"/>
            <ac:spMk id="2" creationId="{61E32BF9-A760-25B4-975D-C37F2797CB50}"/>
          </ac:spMkLst>
        </pc:spChg>
        <pc:graphicFrameChg chg="add mod modGraphic">
          <ac:chgData name="Virochaan Ravichandran Gowri" userId="aa90bba4-d027-4eb0-b675-3665c691d86c" providerId="ADAL" clId="{702EC609-F0E6-469F-9D18-ECE29A4FAD62}" dt="2026-03-26T21:53:51.651" v="1036"/>
          <ac:graphicFrameMkLst>
            <pc:docMk/>
            <pc:sldMk cId="836609273" sldId="264"/>
            <ac:graphicFrameMk id="5" creationId="{9C78AC4B-A297-6EB7-C511-59285E628A40}"/>
          </ac:graphicFrameMkLst>
        </pc:graphicFrameChg>
      </pc:sldChg>
      <pc:sldChg chg="addSp delSp modSp add mod ord setBg setClrOvrMap">
        <pc:chgData name="Virochaan Ravichandran Gowri" userId="aa90bba4-d027-4eb0-b675-3665c691d86c" providerId="ADAL" clId="{702EC609-F0E6-469F-9D18-ECE29A4FAD62}" dt="2026-03-26T22:18:57.846" v="1432" actId="20577"/>
        <pc:sldMkLst>
          <pc:docMk/>
          <pc:sldMk cId="868736106" sldId="265"/>
        </pc:sldMkLst>
        <pc:spChg chg="mod">
          <ac:chgData name="Virochaan Ravichandran Gowri" userId="aa90bba4-d027-4eb0-b675-3665c691d86c" providerId="ADAL" clId="{702EC609-F0E6-469F-9D18-ECE29A4FAD62}" dt="2026-03-26T22:12:08.921" v="1354" actId="26606"/>
          <ac:spMkLst>
            <pc:docMk/>
            <pc:sldMk cId="868736106" sldId="265"/>
            <ac:spMk id="2" creationId="{0B2E3A51-AA84-FB1E-8EC0-B569C281C0BB}"/>
          </ac:spMkLst>
        </pc:spChg>
        <pc:spChg chg="add">
          <ac:chgData name="Virochaan Ravichandran Gowri" userId="aa90bba4-d027-4eb0-b675-3665c691d86c" providerId="ADAL" clId="{702EC609-F0E6-469F-9D18-ECE29A4FAD62}" dt="2026-03-26T22:12:14.240" v="1357" actId="26606"/>
          <ac:spMkLst>
            <pc:docMk/>
            <pc:sldMk cId="868736106" sldId="265"/>
            <ac:spMk id="31" creationId="{F747F1B4-B831-4277-8AB0-32767F7EB7BF}"/>
          </ac:spMkLst>
        </pc:spChg>
        <pc:spChg chg="add">
          <ac:chgData name="Virochaan Ravichandran Gowri" userId="aa90bba4-d027-4eb0-b675-3665c691d86c" providerId="ADAL" clId="{702EC609-F0E6-469F-9D18-ECE29A4FAD62}" dt="2026-03-26T22:12:14.240" v="1357" actId="26606"/>
          <ac:spMkLst>
            <pc:docMk/>
            <pc:sldMk cId="868736106" sldId="265"/>
            <ac:spMk id="32" creationId="{D80CFA21-AB7C-4BEB-9BFF-05764FBBF3C6}"/>
          </ac:spMkLst>
        </pc:spChg>
        <pc:spChg chg="add">
          <ac:chgData name="Virochaan Ravichandran Gowri" userId="aa90bba4-d027-4eb0-b675-3665c691d86c" providerId="ADAL" clId="{702EC609-F0E6-469F-9D18-ECE29A4FAD62}" dt="2026-03-26T22:12:14.240" v="1357" actId="26606"/>
          <ac:spMkLst>
            <pc:docMk/>
            <pc:sldMk cId="868736106" sldId="265"/>
            <ac:spMk id="33" creationId="{12F7E335-851A-4CAE-B09F-E657819D4600}"/>
          </ac:spMkLst>
        </pc:spChg>
        <pc:spChg chg="add">
          <ac:chgData name="Virochaan Ravichandran Gowri" userId="aa90bba4-d027-4eb0-b675-3665c691d86c" providerId="ADAL" clId="{702EC609-F0E6-469F-9D18-ECE29A4FAD62}" dt="2026-03-26T22:12:14.240" v="1357" actId="26606"/>
          <ac:spMkLst>
            <pc:docMk/>
            <pc:sldMk cId="868736106" sldId="265"/>
            <ac:spMk id="34" creationId="{10B541F0-7F6E-402E-84D8-CF96EACA5FBC}"/>
          </ac:spMkLst>
        </pc:spChg>
        <pc:graphicFrameChg chg="add mod modGraphic">
          <ac:chgData name="Virochaan Ravichandran Gowri" userId="aa90bba4-d027-4eb0-b675-3665c691d86c" providerId="ADAL" clId="{702EC609-F0E6-469F-9D18-ECE29A4FAD62}" dt="2026-03-26T22:18:57.846" v="1432" actId="20577"/>
          <ac:graphicFrameMkLst>
            <pc:docMk/>
            <pc:sldMk cId="868736106" sldId="265"/>
            <ac:graphicFrameMk id="5" creationId="{8154E55D-B58C-16B4-7568-D88EB47DAB4C}"/>
          </ac:graphicFrameMkLst>
        </pc:graphicFrameChg>
      </pc:sldChg>
      <pc:sldChg chg="addSp delSp modSp add mod ord setBg">
        <pc:chgData name="Virochaan Ravichandran Gowri" userId="aa90bba4-d027-4eb0-b675-3665c691d86c" providerId="ADAL" clId="{702EC609-F0E6-469F-9D18-ECE29A4FAD62}" dt="2026-03-27T21:18:33.450" v="2227" actId="20577"/>
        <pc:sldMkLst>
          <pc:docMk/>
          <pc:sldMk cId="1794168485" sldId="266"/>
        </pc:sldMkLst>
        <pc:spChg chg="mod">
          <ac:chgData name="Virochaan Ravichandran Gowri" userId="aa90bba4-d027-4eb0-b675-3665c691d86c" providerId="ADAL" clId="{702EC609-F0E6-469F-9D18-ECE29A4FAD62}" dt="2026-03-26T22:17:10.816" v="1374" actId="20577"/>
          <ac:spMkLst>
            <pc:docMk/>
            <pc:sldMk cId="1794168485" sldId="266"/>
            <ac:spMk id="2" creationId="{ACC598F7-489D-4BAF-4E31-18A06624831C}"/>
          </ac:spMkLst>
        </pc:spChg>
      </pc:sldChg>
      <pc:sldChg chg="addSp modSp add mod">
        <pc:chgData name="Virochaan Ravichandran Gowri" userId="aa90bba4-d027-4eb0-b675-3665c691d86c" providerId="ADAL" clId="{702EC609-F0E6-469F-9D18-ECE29A4FAD62}" dt="2026-03-26T22:21:33.767" v="1478" actId="1076"/>
        <pc:sldMkLst>
          <pc:docMk/>
          <pc:sldMk cId="2228572550" sldId="267"/>
        </pc:sldMkLst>
        <pc:spChg chg="mod">
          <ac:chgData name="Virochaan Ravichandran Gowri" userId="aa90bba4-d027-4eb0-b675-3665c691d86c" providerId="ADAL" clId="{702EC609-F0E6-469F-9D18-ECE29A4FAD62}" dt="2026-03-26T22:17:31.478" v="1383" actId="20577"/>
          <ac:spMkLst>
            <pc:docMk/>
            <pc:sldMk cId="2228572550" sldId="267"/>
            <ac:spMk id="2" creationId="{5451FBC0-F4FB-BB55-1856-B6EB66539E0E}"/>
          </ac:spMkLst>
        </pc:spChg>
        <pc:spChg chg="mod">
          <ac:chgData name="Virochaan Ravichandran Gowri" userId="aa90bba4-d027-4eb0-b675-3665c691d86c" providerId="ADAL" clId="{702EC609-F0E6-469F-9D18-ECE29A4FAD62}" dt="2026-03-26T22:21:33.767" v="1478" actId="1076"/>
          <ac:spMkLst>
            <pc:docMk/>
            <pc:sldMk cId="2228572550" sldId="267"/>
            <ac:spMk id="4" creationId="{064B2E9D-5AF6-4845-F03B-ECAC30EE3DE4}"/>
          </ac:spMkLst>
        </pc:spChg>
        <pc:spChg chg="add mod">
          <ac:chgData name="Virochaan Ravichandran Gowri" userId="aa90bba4-d027-4eb0-b675-3665c691d86c" providerId="ADAL" clId="{702EC609-F0E6-469F-9D18-ECE29A4FAD62}" dt="2026-03-26T22:20:54.790" v="1454"/>
          <ac:spMkLst>
            <pc:docMk/>
            <pc:sldMk cId="2228572550" sldId="267"/>
            <ac:spMk id="6" creationId="{60239569-2147-492D-BA29-8073C7EA5566}"/>
          </ac:spMkLst>
        </pc:spChg>
      </pc:sldChg>
      <pc:sldChg chg="addSp delSp modSp add mod ord setBg setClrOvrMap">
        <pc:chgData name="Virochaan Ravichandran Gowri" userId="aa90bba4-d027-4eb0-b675-3665c691d86c" providerId="ADAL" clId="{702EC609-F0E6-469F-9D18-ECE29A4FAD62}" dt="2026-03-28T14:59:18.647" v="2259" actId="26606"/>
        <pc:sldMkLst>
          <pc:docMk/>
          <pc:sldMk cId="1316109291" sldId="269"/>
        </pc:sldMkLst>
        <pc:spChg chg="mod">
          <ac:chgData name="Virochaan Ravichandran Gowri" userId="aa90bba4-d027-4eb0-b675-3665c691d86c" providerId="ADAL" clId="{702EC609-F0E6-469F-9D18-ECE29A4FAD62}" dt="2026-03-28T14:59:18.647" v="2259" actId="26606"/>
          <ac:spMkLst>
            <pc:docMk/>
            <pc:sldMk cId="1316109291" sldId="269"/>
            <ac:spMk id="2" creationId="{21ABADDE-5CC5-2781-E0A2-0EA77122C25E}"/>
          </ac:spMkLst>
        </pc:spChg>
        <pc:spChg chg="add">
          <ac:chgData name="Virochaan Ravichandran Gowri" userId="aa90bba4-d027-4eb0-b675-3665c691d86c" providerId="ADAL" clId="{702EC609-F0E6-469F-9D18-ECE29A4FAD62}" dt="2026-03-28T14:59:18.647" v="2259" actId="26606"/>
          <ac:spMkLst>
            <pc:docMk/>
            <pc:sldMk cId="1316109291" sldId="269"/>
            <ac:spMk id="10" creationId="{F747F1B4-B831-4277-8AB0-32767F7EB7BF}"/>
          </ac:spMkLst>
        </pc:spChg>
        <pc:spChg chg="add">
          <ac:chgData name="Virochaan Ravichandran Gowri" userId="aa90bba4-d027-4eb0-b675-3665c691d86c" providerId="ADAL" clId="{702EC609-F0E6-469F-9D18-ECE29A4FAD62}" dt="2026-03-28T14:59:18.647" v="2259" actId="26606"/>
          <ac:spMkLst>
            <pc:docMk/>
            <pc:sldMk cId="1316109291" sldId="269"/>
            <ac:spMk id="11" creationId="{D80CFA21-AB7C-4BEB-9BFF-05764FBBF3C6}"/>
          </ac:spMkLst>
        </pc:spChg>
        <pc:spChg chg="add">
          <ac:chgData name="Virochaan Ravichandran Gowri" userId="aa90bba4-d027-4eb0-b675-3665c691d86c" providerId="ADAL" clId="{702EC609-F0E6-469F-9D18-ECE29A4FAD62}" dt="2026-03-28T14:59:18.647" v="2259" actId="26606"/>
          <ac:spMkLst>
            <pc:docMk/>
            <pc:sldMk cId="1316109291" sldId="269"/>
            <ac:spMk id="12" creationId="{12F7E335-851A-4CAE-B09F-E657819D4600}"/>
          </ac:spMkLst>
        </pc:spChg>
        <pc:spChg chg="add del">
          <ac:chgData name="Virochaan Ravichandran Gowri" userId="aa90bba4-d027-4eb0-b675-3665c691d86c" providerId="ADAL" clId="{702EC609-F0E6-469F-9D18-ECE29A4FAD62}" dt="2026-03-28T14:57:54.518" v="2232" actId="26606"/>
          <ac:spMkLst>
            <pc:docMk/>
            <pc:sldMk cId="1316109291" sldId="269"/>
            <ac:spMk id="13" creationId="{F747F1B4-B831-4277-8AB0-32767F7EB7BF}"/>
          </ac:spMkLst>
        </pc:spChg>
        <pc:spChg chg="add">
          <ac:chgData name="Virochaan Ravichandran Gowri" userId="aa90bba4-d027-4eb0-b675-3665c691d86c" providerId="ADAL" clId="{702EC609-F0E6-469F-9D18-ECE29A4FAD62}" dt="2026-03-28T14:59:18.647" v="2259" actId="26606"/>
          <ac:spMkLst>
            <pc:docMk/>
            <pc:sldMk cId="1316109291" sldId="269"/>
            <ac:spMk id="14" creationId="{10B541F0-7F6E-402E-84D8-CF96EACA5FBC}"/>
          </ac:spMkLst>
        </pc:spChg>
        <pc:spChg chg="add del">
          <ac:chgData name="Virochaan Ravichandran Gowri" userId="aa90bba4-d027-4eb0-b675-3665c691d86c" providerId="ADAL" clId="{702EC609-F0E6-469F-9D18-ECE29A4FAD62}" dt="2026-03-28T14:57:54.518" v="2232" actId="26606"/>
          <ac:spMkLst>
            <pc:docMk/>
            <pc:sldMk cId="1316109291" sldId="269"/>
            <ac:spMk id="15" creationId="{D80CFA21-AB7C-4BEB-9BFF-05764FBBF3C6}"/>
          </ac:spMkLst>
        </pc:spChg>
        <pc:spChg chg="add del">
          <ac:chgData name="Virochaan Ravichandran Gowri" userId="aa90bba4-d027-4eb0-b675-3665c691d86c" providerId="ADAL" clId="{702EC609-F0E6-469F-9D18-ECE29A4FAD62}" dt="2026-03-28T14:57:54.518" v="2232" actId="26606"/>
          <ac:spMkLst>
            <pc:docMk/>
            <pc:sldMk cId="1316109291" sldId="269"/>
            <ac:spMk id="17" creationId="{12F7E335-851A-4CAE-B09F-E657819D4600}"/>
          </ac:spMkLst>
        </pc:spChg>
        <pc:spChg chg="add del">
          <ac:chgData name="Virochaan Ravichandran Gowri" userId="aa90bba4-d027-4eb0-b675-3665c691d86c" providerId="ADAL" clId="{702EC609-F0E6-469F-9D18-ECE29A4FAD62}" dt="2026-03-28T14:57:54.518" v="2232" actId="26606"/>
          <ac:spMkLst>
            <pc:docMk/>
            <pc:sldMk cId="1316109291" sldId="269"/>
            <ac:spMk id="19" creationId="{10B541F0-7F6E-402E-84D8-CF96EACA5FBC}"/>
          </ac:spMkLst>
        </pc:spChg>
        <pc:graphicFrameChg chg="add mod modGraphic">
          <ac:chgData name="Virochaan Ravichandran Gowri" userId="aa90bba4-d027-4eb0-b675-3665c691d86c" providerId="ADAL" clId="{702EC609-F0E6-469F-9D18-ECE29A4FAD62}" dt="2026-03-28T14:59:18.647" v="2259" actId="26606"/>
          <ac:graphicFrameMkLst>
            <pc:docMk/>
            <pc:sldMk cId="1316109291" sldId="269"/>
            <ac:graphicFrameMk id="8" creationId="{2CB31677-E1CE-7CC5-D33B-1A8582AD2B9A}"/>
          </ac:graphicFrameMkLst>
        </pc:graphicFrameChg>
      </pc:sldChg>
      <pc:sldChg chg="addSp delSp modSp new mod ord setBg setClrOvrMap">
        <pc:chgData name="Virochaan Ravichandran Gowri" userId="aa90bba4-d027-4eb0-b675-3665c691d86c" providerId="ADAL" clId="{702EC609-F0E6-469F-9D18-ECE29A4FAD62}" dt="2026-03-27T20:00:34.430" v="2007" actId="26606"/>
        <pc:sldMkLst>
          <pc:docMk/>
          <pc:sldMk cId="4205103316" sldId="270"/>
        </pc:sldMkLst>
        <pc:spChg chg="mod">
          <ac:chgData name="Virochaan Ravichandran Gowri" userId="aa90bba4-d027-4eb0-b675-3665c691d86c" providerId="ADAL" clId="{702EC609-F0E6-469F-9D18-ECE29A4FAD62}" dt="2026-03-27T20:00:34.430" v="2007" actId="26606"/>
          <ac:spMkLst>
            <pc:docMk/>
            <pc:sldMk cId="4205103316" sldId="270"/>
            <ac:spMk id="2" creationId="{FEF756C9-2C1D-549D-A292-5711A32FD065}"/>
          </ac:spMkLst>
        </pc:spChg>
        <pc:picChg chg="add mod ord">
          <ac:chgData name="Virochaan Ravichandran Gowri" userId="aa90bba4-d027-4eb0-b675-3665c691d86c" providerId="ADAL" clId="{702EC609-F0E6-469F-9D18-ECE29A4FAD62}" dt="2026-03-27T20:00:34.430" v="2007" actId="26606"/>
          <ac:picMkLst>
            <pc:docMk/>
            <pc:sldMk cId="4205103316" sldId="270"/>
            <ac:picMk id="5" creationId="{C59A269B-2A75-D783-6379-DBC1AC37CBB7}"/>
          </ac:picMkLst>
        </pc:picChg>
      </pc:sldChg>
      <pc:sldChg chg="modSp new mod">
        <pc:chgData name="Virochaan Ravichandran Gowri" userId="aa90bba4-d027-4eb0-b675-3665c691d86c" providerId="ADAL" clId="{702EC609-F0E6-469F-9D18-ECE29A4FAD62}" dt="2026-03-28T19:38:24.332" v="2363" actId="20577"/>
        <pc:sldMkLst>
          <pc:docMk/>
          <pc:sldMk cId="1479542147" sldId="271"/>
        </pc:sldMkLst>
        <pc:spChg chg="mod">
          <ac:chgData name="Virochaan Ravichandran Gowri" userId="aa90bba4-d027-4eb0-b675-3665c691d86c" providerId="ADAL" clId="{702EC609-F0E6-469F-9D18-ECE29A4FAD62}" dt="2026-03-27T19:25:53.935" v="1730" actId="20577"/>
          <ac:spMkLst>
            <pc:docMk/>
            <pc:sldMk cId="1479542147" sldId="271"/>
            <ac:spMk id="2" creationId="{1335B6F7-FC99-B0CA-6F49-198AD02E02E6}"/>
          </ac:spMkLst>
        </pc:spChg>
        <pc:spChg chg="mod">
          <ac:chgData name="Virochaan Ravichandran Gowri" userId="aa90bba4-d027-4eb0-b675-3665c691d86c" providerId="ADAL" clId="{702EC609-F0E6-469F-9D18-ECE29A4FAD62}" dt="2026-03-28T19:38:24.332" v="2363" actId="20577"/>
          <ac:spMkLst>
            <pc:docMk/>
            <pc:sldMk cId="1479542147" sldId="271"/>
            <ac:spMk id="3" creationId="{2C0F2EFB-CA6F-8137-E7A7-227389A689FD}"/>
          </ac:spMkLst>
        </pc:spChg>
      </pc:sldChg>
      <pc:sldChg chg="modSp new mod">
        <pc:chgData name="Virochaan Ravichandran Gowri" userId="aa90bba4-d027-4eb0-b675-3665c691d86c" providerId="ADAL" clId="{702EC609-F0E6-469F-9D18-ECE29A4FAD62}" dt="2026-03-28T19:44:30.694" v="2638" actId="20577"/>
        <pc:sldMkLst>
          <pc:docMk/>
          <pc:sldMk cId="1688182517" sldId="272"/>
        </pc:sldMkLst>
        <pc:spChg chg="mod">
          <ac:chgData name="Virochaan Ravichandran Gowri" userId="aa90bba4-d027-4eb0-b675-3665c691d86c" providerId="ADAL" clId="{702EC609-F0E6-469F-9D18-ECE29A4FAD62}" dt="2026-03-27T19:28:16.809" v="1793" actId="20577"/>
          <ac:spMkLst>
            <pc:docMk/>
            <pc:sldMk cId="1688182517" sldId="272"/>
            <ac:spMk id="2" creationId="{4165F6F3-E2A1-5E7C-A726-327275D28EAB}"/>
          </ac:spMkLst>
        </pc:spChg>
        <pc:spChg chg="mod">
          <ac:chgData name="Virochaan Ravichandran Gowri" userId="aa90bba4-d027-4eb0-b675-3665c691d86c" providerId="ADAL" clId="{702EC609-F0E6-469F-9D18-ECE29A4FAD62}" dt="2026-03-28T19:44:30.694" v="2638" actId="20577"/>
          <ac:spMkLst>
            <pc:docMk/>
            <pc:sldMk cId="1688182517" sldId="272"/>
            <ac:spMk id="3" creationId="{0A435A7A-2D22-74BE-0315-88FE20F1FFC2}"/>
          </ac:spMkLst>
        </pc:spChg>
      </pc:sldChg>
      <pc:sldChg chg="addSp delSp modSp new mod setBg setClrOvrMap">
        <pc:chgData name="Virochaan Ravichandran Gowri" userId="aa90bba4-d027-4eb0-b675-3665c691d86c" providerId="ADAL" clId="{702EC609-F0E6-469F-9D18-ECE29A4FAD62}" dt="2026-03-27T20:21:10.028" v="2179" actId="14100"/>
        <pc:sldMkLst>
          <pc:docMk/>
          <pc:sldMk cId="3184879441" sldId="273"/>
        </pc:sldMkLst>
        <pc:spChg chg="mod">
          <ac:chgData name="Virochaan Ravichandran Gowri" userId="aa90bba4-d027-4eb0-b675-3665c691d86c" providerId="ADAL" clId="{702EC609-F0E6-469F-9D18-ECE29A4FAD62}" dt="2026-03-27T20:21:01.996" v="2178" actId="26606"/>
          <ac:spMkLst>
            <pc:docMk/>
            <pc:sldMk cId="3184879441" sldId="273"/>
            <ac:spMk id="2" creationId="{B2358302-E60B-3E0A-BD99-CA9E04DEA57B}"/>
          </ac:spMkLst>
        </pc:spChg>
        <pc:spChg chg="mod ord">
          <ac:chgData name="Virochaan Ravichandran Gowri" userId="aa90bba4-d027-4eb0-b675-3665c691d86c" providerId="ADAL" clId="{702EC609-F0E6-469F-9D18-ECE29A4FAD62}" dt="2026-03-27T20:21:10.028" v="2179" actId="14100"/>
          <ac:spMkLst>
            <pc:docMk/>
            <pc:sldMk cId="3184879441" sldId="273"/>
            <ac:spMk id="3" creationId="{07C07745-D10D-D1AB-E276-D971D2453A1C}"/>
          </ac:spMkLst>
        </pc:spChg>
        <pc:picChg chg="add mod">
          <ac:chgData name="Virochaan Ravichandran Gowri" userId="aa90bba4-d027-4eb0-b675-3665c691d86c" providerId="ADAL" clId="{702EC609-F0E6-469F-9D18-ECE29A4FAD62}" dt="2026-03-27T20:20:46.892" v="2176" actId="26606"/>
          <ac:picMkLst>
            <pc:docMk/>
            <pc:sldMk cId="3184879441" sldId="273"/>
            <ac:picMk id="7" creationId="{2482A52B-F334-CC5C-84E9-5C43E1A53B9C}"/>
          </ac:picMkLst>
        </pc:picChg>
      </pc:sldChg>
      <pc:sldChg chg="addSp delSp modSp new mod setBg setClrOvrMap">
        <pc:chgData name="Virochaan Ravichandran Gowri" userId="aa90bba4-d027-4eb0-b675-3665c691d86c" providerId="ADAL" clId="{702EC609-F0E6-469F-9D18-ECE29A4FAD62}" dt="2026-03-27T20:00:04.058" v="2005" actId="26606"/>
        <pc:sldMkLst>
          <pc:docMk/>
          <pc:sldMk cId="117284079" sldId="274"/>
        </pc:sldMkLst>
        <pc:spChg chg="mod">
          <ac:chgData name="Virochaan Ravichandran Gowri" userId="aa90bba4-d027-4eb0-b675-3665c691d86c" providerId="ADAL" clId="{702EC609-F0E6-469F-9D18-ECE29A4FAD62}" dt="2026-03-27T20:00:04.058" v="2005" actId="26606"/>
          <ac:spMkLst>
            <pc:docMk/>
            <pc:sldMk cId="117284079" sldId="274"/>
            <ac:spMk id="2" creationId="{73ABD9C4-7E46-21AD-9B41-D436C32A7E95}"/>
          </ac:spMkLst>
        </pc:spChg>
        <pc:spChg chg="mod">
          <ac:chgData name="Virochaan Ravichandran Gowri" userId="aa90bba4-d027-4eb0-b675-3665c691d86c" providerId="ADAL" clId="{702EC609-F0E6-469F-9D18-ECE29A4FAD62}" dt="2026-03-27T20:00:04.058" v="2005" actId="26606"/>
          <ac:spMkLst>
            <pc:docMk/>
            <pc:sldMk cId="117284079" sldId="274"/>
            <ac:spMk id="3" creationId="{9E80314A-8B56-86B5-F574-F6AC63C16085}"/>
          </ac:spMkLst>
        </pc:spChg>
        <pc:picChg chg="add mod">
          <ac:chgData name="Virochaan Ravichandran Gowri" userId="aa90bba4-d027-4eb0-b675-3665c691d86c" providerId="ADAL" clId="{702EC609-F0E6-469F-9D18-ECE29A4FAD62}" dt="2026-03-27T20:00:04.058" v="2005" actId="26606"/>
          <ac:picMkLst>
            <pc:docMk/>
            <pc:sldMk cId="117284079" sldId="274"/>
            <ac:picMk id="5" creationId="{B3C5CBD6-23C7-A016-10AE-4FB4FC66B45D}"/>
          </ac:picMkLst>
        </pc:picChg>
      </pc:sldChg>
      <pc:sldChg chg="modSp new mod">
        <pc:chgData name="Virochaan Ravichandran Gowri" userId="aa90bba4-d027-4eb0-b675-3665c691d86c" providerId="ADAL" clId="{702EC609-F0E6-469F-9D18-ECE29A4FAD62}" dt="2026-03-28T21:04:46.939" v="2658" actId="113"/>
        <pc:sldMkLst>
          <pc:docMk/>
          <pc:sldMk cId="3327601909" sldId="276"/>
        </pc:sldMkLst>
        <pc:spChg chg="mod">
          <ac:chgData name="Virochaan Ravichandran Gowri" userId="aa90bba4-d027-4eb0-b675-3665c691d86c" providerId="ADAL" clId="{702EC609-F0E6-469F-9D18-ECE29A4FAD62}" dt="2026-03-28T21:04:46.939" v="2658" actId="113"/>
          <ac:spMkLst>
            <pc:docMk/>
            <pc:sldMk cId="3327601909" sldId="276"/>
            <ac:spMk id="2" creationId="{E48092A4-739D-3523-E9C0-01FEFC3B8D8B}"/>
          </ac:spMkLst>
        </pc:spChg>
      </pc:sldChg>
      <pc:sldChg chg="new del">
        <pc:chgData name="Virochaan Ravichandran Gowri" userId="aa90bba4-d027-4eb0-b675-3665c691d86c" providerId="ADAL" clId="{702EC609-F0E6-469F-9D18-ECE29A4FAD62}" dt="2026-03-28T21:04:58.161" v="2661" actId="47"/>
        <pc:sldMkLst>
          <pc:docMk/>
          <pc:sldMk cId="309606875" sldId="277"/>
        </pc:sldMkLst>
      </pc:sldChg>
      <pc:sldChg chg="modSp add mod">
        <pc:chgData name="Virochaan Ravichandran Gowri" userId="aa90bba4-d027-4eb0-b675-3665c691d86c" providerId="ADAL" clId="{702EC609-F0E6-469F-9D18-ECE29A4FAD62}" dt="2026-03-28T21:05:14.227" v="2671" actId="20577"/>
        <pc:sldMkLst>
          <pc:docMk/>
          <pc:sldMk cId="1920982367" sldId="278"/>
        </pc:sldMkLst>
        <pc:spChg chg="mod">
          <ac:chgData name="Virochaan Ravichandran Gowri" userId="aa90bba4-d027-4eb0-b675-3665c691d86c" providerId="ADAL" clId="{702EC609-F0E6-469F-9D18-ECE29A4FAD62}" dt="2026-03-28T21:05:14.227" v="2671" actId="20577"/>
          <ac:spMkLst>
            <pc:docMk/>
            <pc:sldMk cId="1920982367" sldId="278"/>
            <ac:spMk id="2" creationId="{A216296A-36D8-4574-043D-207B66B77860}"/>
          </ac:spMkLst>
        </pc:spChg>
      </pc:sldChg>
      <pc:sldMasterChg chg="delSldLayout modSldLayout">
        <pc:chgData name="Virochaan Ravichandran Gowri" userId="aa90bba4-d027-4eb0-b675-3665c691d86c" providerId="ADAL" clId="{702EC609-F0E6-469F-9D18-ECE29A4FAD62}" dt="2026-03-26T17:07:25.364" v="136"/>
        <pc:sldMasterMkLst>
          <pc:docMk/>
          <pc:sldMasterMk cId="44087027" sldId="2147483831"/>
        </pc:sldMasterMkLst>
        <pc:sldLayoutChg chg="setBg">
          <pc:chgData name="Virochaan Ravichandran Gowri" userId="aa90bba4-d027-4eb0-b675-3665c691d86c" providerId="ADAL" clId="{702EC609-F0E6-469F-9D18-ECE29A4FAD62}" dt="2026-03-26T17:07:25.364" v="136"/>
          <pc:sldLayoutMkLst>
            <pc:docMk/>
            <pc:sldMasterMk cId="44087027" sldId="2147483831"/>
            <pc:sldLayoutMk cId="2949004780" sldId="2147483849"/>
          </pc:sldLayoutMkLst>
        </pc:sldLayoutChg>
      </pc:sldMasterChg>
    </pc:docChg>
  </pc:docChgLst>
  <pc:docChgLst>
    <pc:chgData name="Ibrahim Quraishi" userId="S::quraishi@mcmaster.ca::4346e092-8258-4b0b-9601-94aef59acdb8" providerId="AD" clId="Web-{6A0E22E9-ACAB-DA2B-AE89-3ECE3346F1A9}"/>
    <pc:docChg chg="addSld modSld">
      <pc:chgData name="Ibrahim Quraishi" userId="S::quraishi@mcmaster.ca::4346e092-8258-4b0b-9601-94aef59acdb8" providerId="AD" clId="Web-{6A0E22E9-ACAB-DA2B-AE89-3ECE3346F1A9}" dt="2026-03-28T20:26:11.708" v="427" actId="20577"/>
      <pc:docMkLst>
        <pc:docMk/>
      </pc:docMkLst>
      <pc:sldChg chg="addSp delSp modSp">
        <pc:chgData name="Ibrahim Quraishi" userId="S::quraishi@mcmaster.ca::4346e092-8258-4b0b-9601-94aef59acdb8" providerId="AD" clId="Web-{6A0E22E9-ACAB-DA2B-AE89-3ECE3346F1A9}" dt="2026-03-28T20:14:48.478" v="76" actId="1076"/>
        <pc:sldMkLst>
          <pc:docMk/>
          <pc:sldMk cId="1794168485" sldId="266"/>
        </pc:sldMkLst>
        <pc:spChg chg="del mod">
          <ac:chgData name="Ibrahim Quraishi" userId="S::quraishi@mcmaster.ca::4346e092-8258-4b0b-9601-94aef59acdb8" providerId="AD" clId="Web-{6A0E22E9-ACAB-DA2B-AE89-3ECE3346F1A9}" dt="2026-03-28T19:52:55.844" v="12"/>
          <ac:spMkLst>
            <pc:docMk/>
            <pc:sldMk cId="1794168485" sldId="266"/>
            <ac:spMk id="4" creationId="{86F50C36-589F-69B3-20AF-4D461DFBBF49}"/>
          </ac:spMkLst>
        </pc:spChg>
        <pc:spChg chg="add mod">
          <ac:chgData name="Ibrahim Quraishi" userId="S::quraishi@mcmaster.ca::4346e092-8258-4b0b-9601-94aef59acdb8" providerId="AD" clId="Web-{6A0E22E9-ACAB-DA2B-AE89-3ECE3346F1A9}" dt="2026-03-28T20:14:48.478" v="76" actId="1076"/>
          <ac:spMkLst>
            <pc:docMk/>
            <pc:sldMk cId="1794168485" sldId="266"/>
            <ac:spMk id="5" creationId="{298A8F6B-55F3-1115-6909-3DC0DD1F2FE2}"/>
          </ac:spMkLst>
        </pc:spChg>
        <pc:spChg chg="add">
          <ac:chgData name="Ibrahim Quraishi" userId="S::quraishi@mcmaster.ca::4346e092-8258-4b0b-9601-94aef59acdb8" providerId="AD" clId="Web-{6A0E22E9-ACAB-DA2B-AE89-3ECE3346F1A9}" dt="2026-03-28T19:37:24.601" v="2"/>
          <ac:spMkLst>
            <pc:docMk/>
            <pc:sldMk cId="1794168485" sldId="266"/>
            <ac:spMk id="9" creationId="{EA0A88A4-F55F-70EA-964B-3467211A28EE}"/>
          </ac:spMkLst>
        </pc:spChg>
        <pc:spChg chg="add del mod">
          <ac:chgData name="Ibrahim Quraishi" userId="S::quraishi@mcmaster.ca::4346e092-8258-4b0b-9601-94aef59acdb8" providerId="AD" clId="Web-{6A0E22E9-ACAB-DA2B-AE89-3ECE3346F1A9}" dt="2026-03-28T19:52:58.594" v="13"/>
          <ac:spMkLst>
            <pc:docMk/>
            <pc:sldMk cId="1794168485" sldId="266"/>
            <ac:spMk id="13" creationId="{C04C1EBB-3F49-FBB4-7662-EC419ADB17B8}"/>
          </ac:spMkLst>
        </pc:spChg>
        <pc:picChg chg="add del">
          <ac:chgData name="Ibrahim Quraishi" userId="S::quraishi@mcmaster.ca::4346e092-8258-4b0b-9601-94aef59acdb8" providerId="AD" clId="Web-{6A0E22E9-ACAB-DA2B-AE89-3ECE3346F1A9}" dt="2026-03-28T19:43:33.721" v="4"/>
          <ac:picMkLst>
            <pc:docMk/>
            <pc:sldMk cId="1794168485" sldId="266"/>
            <ac:picMk id="7" creationId="{817E1CDB-BAB4-C9E6-D90F-9A63609EE051}"/>
          </ac:picMkLst>
        </pc:picChg>
        <pc:picChg chg="add mod">
          <ac:chgData name="Ibrahim Quraishi" userId="S::quraishi@mcmaster.ca::4346e092-8258-4b0b-9601-94aef59acdb8" providerId="AD" clId="Web-{6A0E22E9-ACAB-DA2B-AE89-3ECE3346F1A9}" dt="2026-03-28T19:43:43.909" v="8" actId="1076"/>
          <ac:picMkLst>
            <pc:docMk/>
            <pc:sldMk cId="1794168485" sldId="266"/>
            <ac:picMk id="10" creationId="{246B9518-4774-A75B-E873-2E84702D64B4}"/>
          </ac:picMkLst>
        </pc:picChg>
        <pc:picChg chg="add mod">
          <ac:chgData name="Ibrahim Quraishi" userId="S::quraishi@mcmaster.ca::4346e092-8258-4b0b-9601-94aef59acdb8" providerId="AD" clId="Web-{6A0E22E9-ACAB-DA2B-AE89-3ECE3346F1A9}" dt="2026-03-28T19:53:01.297" v="14" actId="1076"/>
          <ac:picMkLst>
            <pc:docMk/>
            <pc:sldMk cId="1794168485" sldId="266"/>
            <ac:picMk id="11" creationId="{539FD1B9-79C1-4BED-6134-7D927CCEE811}"/>
          </ac:picMkLst>
        </pc:picChg>
      </pc:sldChg>
      <pc:sldChg chg="addSp delSp modSp">
        <pc:chgData name="Ibrahim Quraishi" userId="S::quraishi@mcmaster.ca::4346e092-8258-4b0b-9601-94aef59acdb8" providerId="AD" clId="Web-{6A0E22E9-ACAB-DA2B-AE89-3ECE3346F1A9}" dt="2026-03-28T20:14:24.166" v="70" actId="1076"/>
        <pc:sldMkLst>
          <pc:docMk/>
          <pc:sldMk cId="2228572550" sldId="267"/>
        </pc:sldMkLst>
        <pc:spChg chg="mod">
          <ac:chgData name="Ibrahim Quraishi" userId="S::quraishi@mcmaster.ca::4346e092-8258-4b0b-9601-94aef59acdb8" providerId="AD" clId="Web-{6A0E22E9-ACAB-DA2B-AE89-3ECE3346F1A9}" dt="2026-03-28T20:13:39.011" v="58" actId="1076"/>
          <ac:spMkLst>
            <pc:docMk/>
            <pc:sldMk cId="2228572550" sldId="267"/>
            <ac:spMk id="4" creationId="{064B2E9D-5AF6-4845-F03B-ECAC30EE3DE4}"/>
          </ac:spMkLst>
        </pc:spChg>
        <pc:spChg chg="mod">
          <ac:chgData name="Ibrahim Quraishi" userId="S::quraishi@mcmaster.ca::4346e092-8258-4b0b-9601-94aef59acdb8" providerId="AD" clId="Web-{6A0E22E9-ACAB-DA2B-AE89-3ECE3346F1A9}" dt="2026-03-28T20:14:24.166" v="70" actId="1076"/>
          <ac:spMkLst>
            <pc:docMk/>
            <pc:sldMk cId="2228572550" sldId="267"/>
            <ac:spMk id="6" creationId="{60239569-2147-492D-BA29-8073C7EA5566}"/>
          </ac:spMkLst>
        </pc:spChg>
        <pc:picChg chg="add del mod">
          <ac:chgData name="Ibrahim Quraishi" userId="S::quraishi@mcmaster.ca::4346e092-8258-4b0b-9601-94aef59acdb8" providerId="AD" clId="Web-{6A0E22E9-ACAB-DA2B-AE89-3ECE3346F1A9}" dt="2026-03-28T19:54:26.406" v="18"/>
          <ac:picMkLst>
            <pc:docMk/>
            <pc:sldMk cId="2228572550" sldId="267"/>
            <ac:picMk id="3" creationId="{F8986161-34BC-6788-0955-8E8E03E34046}"/>
          </ac:picMkLst>
        </pc:picChg>
        <pc:picChg chg="del">
          <ac:chgData name="Ibrahim Quraishi" userId="S::quraishi@mcmaster.ca::4346e092-8258-4b0b-9601-94aef59acdb8" providerId="AD" clId="Web-{6A0E22E9-ACAB-DA2B-AE89-3ECE3346F1A9}" dt="2026-03-28T20:11:23.434" v="46"/>
          <ac:picMkLst>
            <pc:docMk/>
            <pc:sldMk cId="2228572550" sldId="267"/>
            <ac:picMk id="5" creationId="{BD39F3F9-719F-5709-AB90-279F7B65412C}"/>
          </ac:picMkLst>
        </pc:picChg>
        <pc:picChg chg="add del mod">
          <ac:chgData name="Ibrahim Quraishi" userId="S::quraishi@mcmaster.ca::4346e092-8258-4b0b-9601-94aef59acdb8" providerId="AD" clId="Web-{6A0E22E9-ACAB-DA2B-AE89-3ECE3346F1A9}" dt="2026-03-28T20:11:21.762" v="44"/>
          <ac:picMkLst>
            <pc:docMk/>
            <pc:sldMk cId="2228572550" sldId="267"/>
            <ac:picMk id="7" creationId="{70A43863-D220-E9E4-6A10-301584CAB6F5}"/>
          </ac:picMkLst>
        </pc:picChg>
        <pc:picChg chg="add del mod">
          <ac:chgData name="Ibrahim Quraishi" userId="S::quraishi@mcmaster.ca::4346e092-8258-4b0b-9601-94aef59acdb8" providerId="AD" clId="Web-{6A0E22E9-ACAB-DA2B-AE89-3ECE3346F1A9}" dt="2026-03-28T20:14:16.807" v="69" actId="1076"/>
          <ac:picMkLst>
            <pc:docMk/>
            <pc:sldMk cId="2228572550" sldId="267"/>
            <ac:picMk id="8" creationId="{B0E95B27-166D-F27B-85B6-A616DF9B68FF}"/>
          </ac:picMkLst>
        </pc:picChg>
        <pc:picChg chg="add del mod">
          <ac:chgData name="Ibrahim Quraishi" userId="S::quraishi@mcmaster.ca::4346e092-8258-4b0b-9601-94aef59acdb8" providerId="AD" clId="Web-{6A0E22E9-ACAB-DA2B-AE89-3ECE3346F1A9}" dt="2026-03-28T20:14:03.635" v="65" actId="1076"/>
          <ac:picMkLst>
            <pc:docMk/>
            <pc:sldMk cId="2228572550" sldId="267"/>
            <ac:picMk id="9" creationId="{7D927B17-0E7E-1831-F43C-FC404F177FC2}"/>
          </ac:picMkLst>
        </pc:picChg>
      </pc:sldChg>
      <pc:sldChg chg="modSp">
        <pc:chgData name="Ibrahim Quraishi" userId="S::quraishi@mcmaster.ca::4346e092-8258-4b0b-9601-94aef59acdb8" providerId="AD" clId="Web-{6A0E22E9-ACAB-DA2B-AE89-3ECE3346F1A9}" dt="2026-03-28T20:26:11.708" v="427" actId="20577"/>
        <pc:sldMkLst>
          <pc:docMk/>
          <pc:sldMk cId="1479542147" sldId="271"/>
        </pc:sldMkLst>
        <pc:spChg chg="mod">
          <ac:chgData name="Ibrahim Quraishi" userId="S::quraishi@mcmaster.ca::4346e092-8258-4b0b-9601-94aef59acdb8" providerId="AD" clId="Web-{6A0E22E9-ACAB-DA2B-AE89-3ECE3346F1A9}" dt="2026-03-28T20:26:11.708" v="427" actId="20577"/>
          <ac:spMkLst>
            <pc:docMk/>
            <pc:sldMk cId="1479542147" sldId="271"/>
            <ac:spMk id="3" creationId="{2C0F2EFB-CA6F-8137-E7A7-227389A689FD}"/>
          </ac:spMkLst>
        </pc:spChg>
      </pc:sldChg>
      <pc:sldChg chg="addSp delSp modSp add replId">
        <pc:chgData name="Ibrahim Quraishi" userId="S::quraishi@mcmaster.ca::4346e092-8258-4b0b-9601-94aef59acdb8" providerId="AD" clId="Web-{6A0E22E9-ACAB-DA2B-AE89-3ECE3346F1A9}" dt="2026-03-28T20:14:32.635" v="72" actId="20577"/>
        <pc:sldMkLst>
          <pc:docMk/>
          <pc:sldMk cId="3889271488" sldId="275"/>
        </pc:sldMkLst>
        <pc:spChg chg="mod">
          <ac:chgData name="Ibrahim Quraishi" userId="S::quraishi@mcmaster.ca::4346e092-8258-4b0b-9601-94aef59acdb8" providerId="AD" clId="Web-{6A0E22E9-ACAB-DA2B-AE89-3ECE3346F1A9}" dt="2026-03-28T20:02:18.452" v="27" actId="20577"/>
          <ac:spMkLst>
            <pc:docMk/>
            <pc:sldMk cId="3889271488" sldId="275"/>
            <ac:spMk id="2" creationId="{28ECBF05-5666-A53E-C602-DEF2EE7D75FB}"/>
          </ac:spMkLst>
        </pc:spChg>
        <pc:spChg chg="mod">
          <ac:chgData name="Ibrahim Quraishi" userId="S::quraishi@mcmaster.ca::4346e092-8258-4b0b-9601-94aef59acdb8" providerId="AD" clId="Web-{6A0E22E9-ACAB-DA2B-AE89-3ECE3346F1A9}" dt="2026-03-28T20:14:32.635" v="72" actId="20577"/>
          <ac:spMkLst>
            <pc:docMk/>
            <pc:sldMk cId="3889271488" sldId="275"/>
            <ac:spMk id="4" creationId="{50F222B7-BD3A-9320-29AD-02E9692A02D8}"/>
          </ac:spMkLst>
        </pc:spChg>
        <pc:picChg chg="add mod">
          <ac:chgData name="Ibrahim Quraishi" userId="S::quraishi@mcmaster.ca::4346e092-8258-4b0b-9601-94aef59acdb8" providerId="AD" clId="Web-{6A0E22E9-ACAB-DA2B-AE89-3ECE3346F1A9}" dt="2026-03-28T20:06:03.091" v="39" actId="1076"/>
          <ac:picMkLst>
            <pc:docMk/>
            <pc:sldMk cId="3889271488" sldId="275"/>
            <ac:picMk id="3" creationId="{67359D35-5DCC-1E2D-D26A-1839864E163E}"/>
          </ac:picMkLst>
        </pc:picChg>
        <pc:picChg chg="del">
          <ac:chgData name="Ibrahim Quraishi" userId="S::quraishi@mcmaster.ca::4346e092-8258-4b0b-9601-94aef59acdb8" providerId="AD" clId="Web-{6A0E22E9-ACAB-DA2B-AE89-3ECE3346F1A9}" dt="2026-03-28T20:05:45.904" v="32"/>
          <ac:picMkLst>
            <pc:docMk/>
            <pc:sldMk cId="3889271488" sldId="275"/>
            <ac:picMk id="5" creationId="{328545EB-C56B-B96D-B519-BD2333B41BF5}"/>
          </ac:picMkLst>
        </pc:picChg>
        <pc:picChg chg="del">
          <ac:chgData name="Ibrahim Quraishi" userId="S::quraishi@mcmaster.ca::4346e092-8258-4b0b-9601-94aef59acdb8" providerId="AD" clId="Web-{6A0E22E9-ACAB-DA2B-AE89-3ECE3346F1A9}" dt="2026-03-28T20:02:19.967" v="28"/>
          <ac:picMkLst>
            <pc:docMk/>
            <pc:sldMk cId="3889271488" sldId="275"/>
            <ac:picMk id="7" creationId="{42A7DD35-0750-925A-4310-9FAF4EAD2E24}"/>
          </ac:picMkLst>
        </pc:picChg>
        <pc:picChg chg="add mod">
          <ac:chgData name="Ibrahim Quraishi" userId="S::quraishi@mcmaster.ca::4346e092-8258-4b0b-9601-94aef59acdb8" providerId="AD" clId="Web-{6A0E22E9-ACAB-DA2B-AE89-3ECE3346F1A9}" dt="2026-03-28T20:05:58.685" v="37" actId="1076"/>
          <ac:picMkLst>
            <pc:docMk/>
            <pc:sldMk cId="3889271488" sldId="275"/>
            <ac:picMk id="8" creationId="{3020A625-3169-18D7-7640-C06B14C9BA63}"/>
          </ac:picMkLst>
        </pc:picChg>
      </pc:sldChg>
    </pc:docChg>
  </pc:docChgLst>
  <pc:docChgLst>
    <pc:chgData name="Mohammad Mahboob" userId="S::mahbom2@mcmaster.ca::ef4122e6-f2bf-46e8-8161-70eddb50b7d6" providerId="AD" clId="Web-{6B7CBB60-B3FA-AF26-0569-FA53BE4738FA}"/>
    <pc:docChg chg="modSld">
      <pc:chgData name="Mohammad Mahboob" userId="S::mahbom2@mcmaster.ca::ef4122e6-f2bf-46e8-8161-70eddb50b7d6" providerId="AD" clId="Web-{6B7CBB60-B3FA-AF26-0569-FA53BE4738FA}" dt="2026-03-29T03:08:11.938" v="615"/>
      <pc:docMkLst>
        <pc:docMk/>
      </pc:docMkLst>
      <pc:sldChg chg="modSp">
        <pc:chgData name="Mohammad Mahboob" userId="S::mahbom2@mcmaster.ca::ef4122e6-f2bf-46e8-8161-70eddb50b7d6" providerId="AD" clId="Web-{6B7CBB60-B3FA-AF26-0569-FA53BE4738FA}" dt="2026-03-29T02:03:57.984" v="471" actId="14100"/>
        <pc:sldMkLst>
          <pc:docMk/>
          <pc:sldMk cId="3317324064" sldId="258"/>
        </pc:sldMkLst>
        <pc:spChg chg="mod">
          <ac:chgData name="Mohammad Mahboob" userId="S::mahbom2@mcmaster.ca::ef4122e6-f2bf-46e8-8161-70eddb50b7d6" providerId="AD" clId="Web-{6B7CBB60-B3FA-AF26-0569-FA53BE4738FA}" dt="2026-03-29T02:03:50.515" v="470" actId="14100"/>
          <ac:spMkLst>
            <pc:docMk/>
            <pc:sldMk cId="3317324064" sldId="258"/>
            <ac:spMk id="2" creationId="{0D059DA5-950E-D4EF-12A4-C2A54655E197}"/>
          </ac:spMkLst>
        </pc:spChg>
        <pc:spChg chg="mod">
          <ac:chgData name="Mohammad Mahboob" userId="S::mahbom2@mcmaster.ca::ef4122e6-f2bf-46e8-8161-70eddb50b7d6" providerId="AD" clId="Web-{6B7CBB60-B3FA-AF26-0569-FA53BE4738FA}" dt="2026-03-29T02:03:57.984" v="471" actId="14100"/>
          <ac:spMkLst>
            <pc:docMk/>
            <pc:sldMk cId="3317324064" sldId="258"/>
            <ac:spMk id="3" creationId="{B74D1D65-5CB2-5B70-FB6A-7863D34AB1B3}"/>
          </ac:spMkLst>
        </pc:spChg>
      </pc:sldChg>
      <pc:sldChg chg="modSp">
        <pc:chgData name="Mohammad Mahboob" userId="S::mahbom2@mcmaster.ca::ef4122e6-f2bf-46e8-8161-70eddb50b7d6" providerId="AD" clId="Web-{6B7CBB60-B3FA-AF26-0569-FA53BE4738FA}" dt="2026-03-29T02:37:57.417" v="599" actId="20577"/>
        <pc:sldMkLst>
          <pc:docMk/>
          <pc:sldMk cId="0" sldId="259"/>
        </pc:sldMkLst>
        <pc:spChg chg="mod">
          <ac:chgData name="Mohammad Mahboob" userId="S::mahbom2@mcmaster.ca::ef4122e6-f2bf-46e8-8161-70eddb50b7d6" providerId="AD" clId="Web-{6B7CBB60-B3FA-AF26-0569-FA53BE4738FA}" dt="2026-03-29T01:16:46.244" v="194" actId="1076"/>
          <ac:spMkLst>
            <pc:docMk/>
            <pc:sldMk cId="0" sldId="259"/>
            <ac:spMk id="5" creationId="{00000000-0000-0000-0000-000000000000}"/>
          </ac:spMkLst>
        </pc:spChg>
        <pc:spChg chg="mod">
          <ac:chgData name="Mohammad Mahboob" userId="S::mahbom2@mcmaster.ca::ef4122e6-f2bf-46e8-8161-70eddb50b7d6" providerId="AD" clId="Web-{6B7CBB60-B3FA-AF26-0569-FA53BE4738FA}" dt="2026-03-29T01:16:46.260" v="195" actId="1076"/>
          <ac:spMkLst>
            <pc:docMk/>
            <pc:sldMk cId="0" sldId="259"/>
            <ac:spMk id="6" creationId="{00000000-0000-0000-0000-000000000000}"/>
          </ac:spMkLst>
        </pc:spChg>
        <pc:spChg chg="mod">
          <ac:chgData name="Mohammad Mahboob" userId="S::mahbom2@mcmaster.ca::ef4122e6-f2bf-46e8-8161-70eddb50b7d6" providerId="AD" clId="Web-{6B7CBB60-B3FA-AF26-0569-FA53BE4738FA}" dt="2026-03-29T01:16:46.276" v="196" actId="1076"/>
          <ac:spMkLst>
            <pc:docMk/>
            <pc:sldMk cId="0" sldId="259"/>
            <ac:spMk id="7" creationId="{00000000-0000-0000-0000-000000000000}"/>
          </ac:spMkLst>
        </pc:spChg>
        <pc:spChg chg="mod">
          <ac:chgData name="Mohammad Mahboob" userId="S::mahbom2@mcmaster.ca::ef4122e6-f2bf-46e8-8161-70eddb50b7d6" providerId="AD" clId="Web-{6B7CBB60-B3FA-AF26-0569-FA53BE4738FA}" dt="2026-03-29T01:16:46.291" v="197" actId="1076"/>
          <ac:spMkLst>
            <pc:docMk/>
            <pc:sldMk cId="0" sldId="259"/>
            <ac:spMk id="8" creationId="{00000000-0000-0000-0000-000000000000}"/>
          </ac:spMkLst>
        </pc:spChg>
        <pc:spChg chg="mod">
          <ac:chgData name="Mohammad Mahboob" userId="S::mahbom2@mcmaster.ca::ef4122e6-f2bf-46e8-8161-70eddb50b7d6" providerId="AD" clId="Web-{6B7CBB60-B3FA-AF26-0569-FA53BE4738FA}" dt="2026-03-29T02:19:42.054" v="475" actId="20577"/>
          <ac:spMkLst>
            <pc:docMk/>
            <pc:sldMk cId="0" sldId="259"/>
            <ac:spMk id="9" creationId="{00000000-0000-0000-0000-000000000000}"/>
          </ac:spMkLst>
        </pc:spChg>
        <pc:spChg chg="mod">
          <ac:chgData name="Mohammad Mahboob" userId="S::mahbom2@mcmaster.ca::ef4122e6-f2bf-46e8-8161-70eddb50b7d6" providerId="AD" clId="Web-{6B7CBB60-B3FA-AF26-0569-FA53BE4738FA}" dt="2026-03-29T01:16:46.323" v="199" actId="1076"/>
          <ac:spMkLst>
            <pc:docMk/>
            <pc:sldMk cId="0" sldId="259"/>
            <ac:spMk id="10" creationId="{00000000-0000-0000-0000-000000000000}"/>
          </ac:spMkLst>
        </pc:spChg>
        <pc:spChg chg="mod">
          <ac:chgData name="Mohammad Mahboob" userId="S::mahbom2@mcmaster.ca::ef4122e6-f2bf-46e8-8161-70eddb50b7d6" providerId="AD" clId="Web-{6B7CBB60-B3FA-AF26-0569-FA53BE4738FA}" dt="2026-03-29T01:16:46.338" v="200" actId="1076"/>
          <ac:spMkLst>
            <pc:docMk/>
            <pc:sldMk cId="0" sldId="259"/>
            <ac:spMk id="11" creationId="{00000000-0000-0000-0000-000000000000}"/>
          </ac:spMkLst>
        </pc:spChg>
        <pc:spChg chg="mod">
          <ac:chgData name="Mohammad Mahboob" userId="S::mahbom2@mcmaster.ca::ef4122e6-f2bf-46e8-8161-70eddb50b7d6" providerId="AD" clId="Web-{6B7CBB60-B3FA-AF26-0569-FA53BE4738FA}" dt="2026-03-29T02:26:09.016" v="513" actId="20577"/>
          <ac:spMkLst>
            <pc:docMk/>
            <pc:sldMk cId="0" sldId="259"/>
            <ac:spMk id="12" creationId="{00000000-0000-0000-0000-000000000000}"/>
          </ac:spMkLst>
        </pc:spChg>
        <pc:spChg chg="mod">
          <ac:chgData name="Mohammad Mahboob" userId="S::mahbom2@mcmaster.ca::ef4122e6-f2bf-46e8-8161-70eddb50b7d6" providerId="AD" clId="Web-{6B7CBB60-B3FA-AF26-0569-FA53BE4738FA}" dt="2026-03-29T01:16:46.385" v="202" actId="1076"/>
          <ac:spMkLst>
            <pc:docMk/>
            <pc:sldMk cId="0" sldId="259"/>
            <ac:spMk id="15" creationId="{00000000-0000-0000-0000-000000000000}"/>
          </ac:spMkLst>
        </pc:spChg>
        <pc:spChg chg="mod">
          <ac:chgData name="Mohammad Mahboob" userId="S::mahbom2@mcmaster.ca::ef4122e6-f2bf-46e8-8161-70eddb50b7d6" providerId="AD" clId="Web-{6B7CBB60-B3FA-AF26-0569-FA53BE4738FA}" dt="2026-03-29T01:16:46.401" v="203" actId="1076"/>
          <ac:spMkLst>
            <pc:docMk/>
            <pc:sldMk cId="0" sldId="259"/>
            <ac:spMk id="16" creationId="{00000000-0000-0000-0000-000000000000}"/>
          </ac:spMkLst>
        </pc:spChg>
        <pc:spChg chg="mod">
          <ac:chgData name="Mohammad Mahboob" userId="S::mahbom2@mcmaster.ca::ef4122e6-f2bf-46e8-8161-70eddb50b7d6" providerId="AD" clId="Web-{6B7CBB60-B3FA-AF26-0569-FA53BE4738FA}" dt="2026-03-29T01:16:46.416" v="204" actId="1076"/>
          <ac:spMkLst>
            <pc:docMk/>
            <pc:sldMk cId="0" sldId="259"/>
            <ac:spMk id="17" creationId="{00000000-0000-0000-0000-000000000000}"/>
          </ac:spMkLst>
        </pc:spChg>
        <pc:spChg chg="mod">
          <ac:chgData name="Mohammad Mahboob" userId="S::mahbom2@mcmaster.ca::ef4122e6-f2bf-46e8-8161-70eddb50b7d6" providerId="AD" clId="Web-{6B7CBB60-B3FA-AF26-0569-FA53BE4738FA}" dt="2026-03-29T01:16:46.432" v="205" actId="1076"/>
          <ac:spMkLst>
            <pc:docMk/>
            <pc:sldMk cId="0" sldId="259"/>
            <ac:spMk id="18" creationId="{00000000-0000-0000-0000-000000000000}"/>
          </ac:spMkLst>
        </pc:spChg>
        <pc:spChg chg="mod">
          <ac:chgData name="Mohammad Mahboob" userId="S::mahbom2@mcmaster.ca::ef4122e6-f2bf-46e8-8161-70eddb50b7d6" providerId="AD" clId="Web-{6B7CBB60-B3FA-AF26-0569-FA53BE4738FA}" dt="2026-03-29T01:16:46.448" v="206" actId="1076"/>
          <ac:spMkLst>
            <pc:docMk/>
            <pc:sldMk cId="0" sldId="259"/>
            <ac:spMk id="19" creationId="{00000000-0000-0000-0000-000000000000}"/>
          </ac:spMkLst>
        </pc:spChg>
        <pc:spChg chg="mod">
          <ac:chgData name="Mohammad Mahboob" userId="S::mahbom2@mcmaster.ca::ef4122e6-f2bf-46e8-8161-70eddb50b7d6" providerId="AD" clId="Web-{6B7CBB60-B3FA-AF26-0569-FA53BE4738FA}" dt="2026-03-29T01:16:46.463" v="207" actId="1076"/>
          <ac:spMkLst>
            <pc:docMk/>
            <pc:sldMk cId="0" sldId="259"/>
            <ac:spMk id="20" creationId="{00000000-0000-0000-0000-000000000000}"/>
          </ac:spMkLst>
        </pc:spChg>
        <pc:spChg chg="mod">
          <ac:chgData name="Mohammad Mahboob" userId="S::mahbom2@mcmaster.ca::ef4122e6-f2bf-46e8-8161-70eddb50b7d6" providerId="AD" clId="Web-{6B7CBB60-B3FA-AF26-0569-FA53BE4738FA}" dt="2026-03-29T02:30:09.701" v="550" actId="20577"/>
          <ac:spMkLst>
            <pc:docMk/>
            <pc:sldMk cId="0" sldId="259"/>
            <ac:spMk id="22" creationId="{00000000-0000-0000-0000-000000000000}"/>
          </ac:spMkLst>
        </pc:spChg>
        <pc:spChg chg="mod">
          <ac:chgData name="Mohammad Mahboob" userId="S::mahbom2@mcmaster.ca::ef4122e6-f2bf-46e8-8161-70eddb50b7d6" providerId="AD" clId="Web-{6B7CBB60-B3FA-AF26-0569-FA53BE4738FA}" dt="2026-03-29T01:16:46.526" v="209" actId="1076"/>
          <ac:spMkLst>
            <pc:docMk/>
            <pc:sldMk cId="0" sldId="259"/>
            <ac:spMk id="25" creationId="{00000000-0000-0000-0000-000000000000}"/>
          </ac:spMkLst>
        </pc:spChg>
        <pc:spChg chg="mod">
          <ac:chgData name="Mohammad Mahboob" userId="S::mahbom2@mcmaster.ca::ef4122e6-f2bf-46e8-8161-70eddb50b7d6" providerId="AD" clId="Web-{6B7CBB60-B3FA-AF26-0569-FA53BE4738FA}" dt="2026-03-29T01:16:46.541" v="210" actId="1076"/>
          <ac:spMkLst>
            <pc:docMk/>
            <pc:sldMk cId="0" sldId="259"/>
            <ac:spMk id="26" creationId="{00000000-0000-0000-0000-000000000000}"/>
          </ac:spMkLst>
        </pc:spChg>
        <pc:spChg chg="mod">
          <ac:chgData name="Mohammad Mahboob" userId="S::mahbom2@mcmaster.ca::ef4122e6-f2bf-46e8-8161-70eddb50b7d6" providerId="AD" clId="Web-{6B7CBB60-B3FA-AF26-0569-FA53BE4738FA}" dt="2026-03-29T01:16:46.557" v="211" actId="1076"/>
          <ac:spMkLst>
            <pc:docMk/>
            <pc:sldMk cId="0" sldId="259"/>
            <ac:spMk id="27" creationId="{00000000-0000-0000-0000-000000000000}"/>
          </ac:spMkLst>
        </pc:spChg>
        <pc:spChg chg="mod">
          <ac:chgData name="Mohammad Mahboob" userId="S::mahbom2@mcmaster.ca::ef4122e6-f2bf-46e8-8161-70eddb50b7d6" providerId="AD" clId="Web-{6B7CBB60-B3FA-AF26-0569-FA53BE4738FA}" dt="2026-03-29T01:16:46.573" v="212" actId="1076"/>
          <ac:spMkLst>
            <pc:docMk/>
            <pc:sldMk cId="0" sldId="259"/>
            <ac:spMk id="28" creationId="{00000000-0000-0000-0000-000000000000}"/>
          </ac:spMkLst>
        </pc:spChg>
        <pc:spChg chg="mod">
          <ac:chgData name="Mohammad Mahboob" userId="S::mahbom2@mcmaster.ca::ef4122e6-f2bf-46e8-8161-70eddb50b7d6" providerId="AD" clId="Web-{6B7CBB60-B3FA-AF26-0569-FA53BE4738FA}" dt="2026-03-29T01:16:46.588" v="213" actId="1076"/>
          <ac:spMkLst>
            <pc:docMk/>
            <pc:sldMk cId="0" sldId="259"/>
            <ac:spMk id="29" creationId="{00000000-0000-0000-0000-000000000000}"/>
          </ac:spMkLst>
        </pc:spChg>
        <pc:spChg chg="mod">
          <ac:chgData name="Mohammad Mahboob" userId="S::mahbom2@mcmaster.ca::ef4122e6-f2bf-46e8-8161-70eddb50b7d6" providerId="AD" clId="Web-{6B7CBB60-B3FA-AF26-0569-FA53BE4738FA}" dt="2026-03-29T02:30:41.982" v="554" actId="20577"/>
          <ac:spMkLst>
            <pc:docMk/>
            <pc:sldMk cId="0" sldId="259"/>
            <ac:spMk id="30" creationId="{00000000-0000-0000-0000-000000000000}"/>
          </ac:spMkLst>
        </pc:spChg>
        <pc:spChg chg="mod">
          <ac:chgData name="Mohammad Mahboob" userId="S::mahbom2@mcmaster.ca::ef4122e6-f2bf-46e8-8161-70eddb50b7d6" providerId="AD" clId="Web-{6B7CBB60-B3FA-AF26-0569-FA53BE4738FA}" dt="2026-03-29T01:16:46.619" v="215" actId="1076"/>
          <ac:spMkLst>
            <pc:docMk/>
            <pc:sldMk cId="0" sldId="259"/>
            <ac:spMk id="31" creationId="{00000000-0000-0000-0000-000000000000}"/>
          </ac:spMkLst>
        </pc:spChg>
        <pc:spChg chg="mod">
          <ac:chgData name="Mohammad Mahboob" userId="S::mahbom2@mcmaster.ca::ef4122e6-f2bf-46e8-8161-70eddb50b7d6" providerId="AD" clId="Web-{6B7CBB60-B3FA-AF26-0569-FA53BE4738FA}" dt="2026-03-29T02:31:24.888" v="564" actId="20577"/>
          <ac:spMkLst>
            <pc:docMk/>
            <pc:sldMk cId="0" sldId="259"/>
            <ac:spMk id="32" creationId="{00000000-0000-0000-0000-000000000000}"/>
          </ac:spMkLst>
        </pc:spChg>
        <pc:spChg chg="mod">
          <ac:chgData name="Mohammad Mahboob" userId="S::mahbom2@mcmaster.ca::ef4122e6-f2bf-46e8-8161-70eddb50b7d6" providerId="AD" clId="Web-{6B7CBB60-B3FA-AF26-0569-FA53BE4738FA}" dt="2026-03-29T01:16:46.666" v="217" actId="1076"/>
          <ac:spMkLst>
            <pc:docMk/>
            <pc:sldMk cId="0" sldId="259"/>
            <ac:spMk id="35" creationId="{00000000-0000-0000-0000-000000000000}"/>
          </ac:spMkLst>
        </pc:spChg>
        <pc:spChg chg="mod">
          <ac:chgData name="Mohammad Mahboob" userId="S::mahbom2@mcmaster.ca::ef4122e6-f2bf-46e8-8161-70eddb50b7d6" providerId="AD" clId="Web-{6B7CBB60-B3FA-AF26-0569-FA53BE4738FA}" dt="2026-03-29T01:16:46.682" v="218" actId="1076"/>
          <ac:spMkLst>
            <pc:docMk/>
            <pc:sldMk cId="0" sldId="259"/>
            <ac:spMk id="36" creationId="{00000000-0000-0000-0000-000000000000}"/>
          </ac:spMkLst>
        </pc:spChg>
        <pc:spChg chg="mod">
          <ac:chgData name="Mohammad Mahboob" userId="S::mahbom2@mcmaster.ca::ef4122e6-f2bf-46e8-8161-70eddb50b7d6" providerId="AD" clId="Web-{6B7CBB60-B3FA-AF26-0569-FA53BE4738FA}" dt="2026-03-29T01:16:46.698" v="219" actId="1076"/>
          <ac:spMkLst>
            <pc:docMk/>
            <pc:sldMk cId="0" sldId="259"/>
            <ac:spMk id="37" creationId="{00000000-0000-0000-0000-000000000000}"/>
          </ac:spMkLst>
        </pc:spChg>
        <pc:spChg chg="mod">
          <ac:chgData name="Mohammad Mahboob" userId="S::mahbom2@mcmaster.ca::ef4122e6-f2bf-46e8-8161-70eddb50b7d6" providerId="AD" clId="Web-{6B7CBB60-B3FA-AF26-0569-FA53BE4738FA}" dt="2026-03-29T01:16:46.713" v="220" actId="1076"/>
          <ac:spMkLst>
            <pc:docMk/>
            <pc:sldMk cId="0" sldId="259"/>
            <ac:spMk id="38" creationId="{00000000-0000-0000-0000-000000000000}"/>
          </ac:spMkLst>
        </pc:spChg>
        <pc:spChg chg="mod">
          <ac:chgData name="Mohammad Mahboob" userId="S::mahbom2@mcmaster.ca::ef4122e6-f2bf-46e8-8161-70eddb50b7d6" providerId="AD" clId="Web-{6B7CBB60-B3FA-AF26-0569-FA53BE4738FA}" dt="2026-03-29T01:16:46.744" v="221" actId="1076"/>
          <ac:spMkLst>
            <pc:docMk/>
            <pc:sldMk cId="0" sldId="259"/>
            <ac:spMk id="39" creationId="{00000000-0000-0000-0000-000000000000}"/>
          </ac:spMkLst>
        </pc:spChg>
        <pc:spChg chg="mod">
          <ac:chgData name="Mohammad Mahboob" userId="S::mahbom2@mcmaster.ca::ef4122e6-f2bf-46e8-8161-70eddb50b7d6" providerId="AD" clId="Web-{6B7CBB60-B3FA-AF26-0569-FA53BE4738FA}" dt="2026-03-29T02:32:43.669" v="574" actId="20577"/>
          <ac:spMkLst>
            <pc:docMk/>
            <pc:sldMk cId="0" sldId="259"/>
            <ac:spMk id="40" creationId="{00000000-0000-0000-0000-000000000000}"/>
          </ac:spMkLst>
        </pc:spChg>
        <pc:spChg chg="mod">
          <ac:chgData name="Mohammad Mahboob" userId="S::mahbom2@mcmaster.ca::ef4122e6-f2bf-46e8-8161-70eddb50b7d6" providerId="AD" clId="Web-{6B7CBB60-B3FA-AF26-0569-FA53BE4738FA}" dt="2026-03-29T01:16:46.776" v="223" actId="1076"/>
          <ac:spMkLst>
            <pc:docMk/>
            <pc:sldMk cId="0" sldId="259"/>
            <ac:spMk id="41" creationId="{00000000-0000-0000-0000-000000000000}"/>
          </ac:spMkLst>
        </pc:spChg>
        <pc:spChg chg="mod">
          <ac:chgData name="Mohammad Mahboob" userId="S::mahbom2@mcmaster.ca::ef4122e6-f2bf-46e8-8161-70eddb50b7d6" providerId="AD" clId="Web-{6B7CBB60-B3FA-AF26-0569-FA53BE4738FA}" dt="2026-03-29T02:37:57.417" v="599" actId="20577"/>
          <ac:spMkLst>
            <pc:docMk/>
            <pc:sldMk cId="0" sldId="259"/>
            <ac:spMk id="42" creationId="{00000000-0000-0000-0000-000000000000}"/>
          </ac:spMkLst>
        </pc:spChg>
        <pc:spChg chg="mod">
          <ac:chgData name="Mohammad Mahboob" userId="S::mahbom2@mcmaster.ca::ef4122e6-f2bf-46e8-8161-70eddb50b7d6" providerId="AD" clId="Web-{6B7CBB60-B3FA-AF26-0569-FA53BE4738FA}" dt="2026-03-29T01:16:46.807" v="225" actId="1076"/>
          <ac:spMkLst>
            <pc:docMk/>
            <pc:sldMk cId="0" sldId="259"/>
            <ac:spMk id="44" creationId="{2701316F-001F-0685-5632-94B9FFCE4FB9}"/>
          </ac:spMkLst>
        </pc:spChg>
      </pc:sldChg>
      <pc:sldChg chg="delSp">
        <pc:chgData name="Mohammad Mahboob" userId="S::mahbom2@mcmaster.ca::ef4122e6-f2bf-46e8-8161-70eddb50b7d6" providerId="AD" clId="Web-{6B7CBB60-B3FA-AF26-0569-FA53BE4738FA}" dt="2026-03-29T02:24:47.737" v="476"/>
        <pc:sldMkLst>
          <pc:docMk/>
          <pc:sldMk cId="9709733" sldId="260"/>
        </pc:sldMkLst>
        <pc:spChg chg="del">
          <ac:chgData name="Mohammad Mahboob" userId="S::mahbom2@mcmaster.ca::ef4122e6-f2bf-46e8-8161-70eddb50b7d6" providerId="AD" clId="Web-{6B7CBB60-B3FA-AF26-0569-FA53BE4738FA}" dt="2026-03-29T02:24:47.737" v="476"/>
          <ac:spMkLst>
            <pc:docMk/>
            <pc:sldMk cId="9709733" sldId="260"/>
            <ac:spMk id="3" creationId="{F279F8C3-BD87-A7D4-D416-78A0716C8409}"/>
          </ac:spMkLst>
        </pc:spChg>
      </pc:sldChg>
      <pc:sldChg chg="modSp">
        <pc:chgData name="Mohammad Mahboob" userId="S::mahbom2@mcmaster.ca::ef4122e6-f2bf-46e8-8161-70eddb50b7d6" providerId="AD" clId="Web-{6B7CBB60-B3FA-AF26-0569-FA53BE4738FA}" dt="2026-03-29T02:05:19.452" v="473" actId="20577"/>
        <pc:sldMkLst>
          <pc:docMk/>
          <pc:sldMk cId="3214744034" sldId="261"/>
        </pc:sldMkLst>
        <pc:graphicFrameChg chg="modGraphic">
          <ac:chgData name="Mohammad Mahboob" userId="S::mahbom2@mcmaster.ca::ef4122e6-f2bf-46e8-8161-70eddb50b7d6" providerId="AD" clId="Web-{6B7CBB60-B3FA-AF26-0569-FA53BE4738FA}" dt="2026-03-29T02:05:19.452" v="473" actId="20577"/>
          <ac:graphicFrameMkLst>
            <pc:docMk/>
            <pc:sldMk cId="3214744034" sldId="261"/>
            <ac:graphicFrameMk id="27" creationId="{B324DF6D-FEC1-51C4-0953-F0FEAC44161C}"/>
          </ac:graphicFrameMkLst>
        </pc:graphicFrameChg>
      </pc:sldChg>
      <pc:sldChg chg="modSp">
        <pc:chgData name="Mohammad Mahboob" userId="S::mahbom2@mcmaster.ca::ef4122e6-f2bf-46e8-8161-70eddb50b7d6" providerId="AD" clId="Web-{6B7CBB60-B3FA-AF26-0569-FA53BE4738FA}" dt="2026-03-29T03:08:11.938" v="615"/>
        <pc:sldMkLst>
          <pc:docMk/>
          <pc:sldMk cId="3335607061" sldId="263"/>
        </pc:sldMkLst>
        <pc:graphicFrameChg chg="modGraphic">
          <ac:chgData name="Mohammad Mahboob" userId="S::mahbom2@mcmaster.ca::ef4122e6-f2bf-46e8-8161-70eddb50b7d6" providerId="AD" clId="Web-{6B7CBB60-B3FA-AF26-0569-FA53BE4738FA}" dt="2026-03-29T03:08:11.938" v="615"/>
          <ac:graphicFrameMkLst>
            <pc:docMk/>
            <pc:sldMk cId="3335607061" sldId="263"/>
            <ac:graphicFrameMk id="19" creationId="{6FCDB12C-51C3-C30B-5C01-C143E2B9C801}"/>
          </ac:graphicFrameMkLst>
        </pc:graphicFrameChg>
      </pc:sldChg>
      <pc:sldChg chg="addSp modSp mod setBg setClrOvrMap">
        <pc:chgData name="Mohammad Mahboob" userId="S::mahbom2@mcmaster.ca::ef4122e6-f2bf-46e8-8161-70eddb50b7d6" providerId="AD" clId="Web-{6B7CBB60-B3FA-AF26-0569-FA53BE4738FA}" dt="2026-03-29T03:07:58.782" v="614"/>
        <pc:sldMkLst>
          <pc:docMk/>
          <pc:sldMk cId="836609273" sldId="264"/>
        </pc:sldMkLst>
        <pc:spChg chg="mod">
          <ac:chgData name="Mohammad Mahboob" userId="S::mahbom2@mcmaster.ca::ef4122e6-f2bf-46e8-8161-70eddb50b7d6" providerId="AD" clId="Web-{6B7CBB60-B3FA-AF26-0569-FA53BE4738FA}" dt="2026-03-29T03:07:42.938" v="612"/>
          <ac:spMkLst>
            <pc:docMk/>
            <pc:sldMk cId="836609273" sldId="264"/>
            <ac:spMk id="2" creationId="{61E32BF9-A760-25B4-975D-C37F2797CB50}"/>
          </ac:spMkLst>
        </pc:spChg>
        <pc:spChg chg="add">
          <ac:chgData name="Mohammad Mahboob" userId="S::mahbom2@mcmaster.ca::ef4122e6-f2bf-46e8-8161-70eddb50b7d6" providerId="AD" clId="Web-{6B7CBB60-B3FA-AF26-0569-FA53BE4738FA}" dt="2026-03-29T03:07:42.938" v="612"/>
          <ac:spMkLst>
            <pc:docMk/>
            <pc:sldMk cId="836609273" sldId="264"/>
            <ac:spMk id="10" creationId="{ABE6F9A3-300E-47F5-B41C-C8C5E758DE7C}"/>
          </ac:spMkLst>
        </pc:spChg>
        <pc:spChg chg="add">
          <ac:chgData name="Mohammad Mahboob" userId="S::mahbom2@mcmaster.ca::ef4122e6-f2bf-46e8-8161-70eddb50b7d6" providerId="AD" clId="Web-{6B7CBB60-B3FA-AF26-0569-FA53BE4738FA}" dt="2026-03-29T03:07:42.938" v="612"/>
          <ac:spMkLst>
            <pc:docMk/>
            <pc:sldMk cId="836609273" sldId="264"/>
            <ac:spMk id="12" creationId="{61B4701B-39FE-43B8-86AA-D6B8789C2207}"/>
          </ac:spMkLst>
        </pc:spChg>
        <pc:spChg chg="add">
          <ac:chgData name="Mohammad Mahboob" userId="S::mahbom2@mcmaster.ca::ef4122e6-f2bf-46e8-8161-70eddb50b7d6" providerId="AD" clId="Web-{6B7CBB60-B3FA-AF26-0569-FA53BE4738FA}" dt="2026-03-29T03:07:42.938" v="612"/>
          <ac:spMkLst>
            <pc:docMk/>
            <pc:sldMk cId="836609273" sldId="264"/>
            <ac:spMk id="14" creationId="{E9A7EF13-49FA-4355-971A-34B065F35022}"/>
          </ac:spMkLst>
        </pc:spChg>
        <pc:spChg chg="add">
          <ac:chgData name="Mohammad Mahboob" userId="S::mahbom2@mcmaster.ca::ef4122e6-f2bf-46e8-8161-70eddb50b7d6" providerId="AD" clId="Web-{6B7CBB60-B3FA-AF26-0569-FA53BE4738FA}" dt="2026-03-29T03:07:42.938" v="612"/>
          <ac:spMkLst>
            <pc:docMk/>
            <pc:sldMk cId="836609273" sldId="264"/>
            <ac:spMk id="16" creationId="{92CF3C3E-0F7B-4F0C-8EBD-BDD38E9C66F5}"/>
          </ac:spMkLst>
        </pc:spChg>
        <pc:graphicFrameChg chg="mod modGraphic">
          <ac:chgData name="Mohammad Mahboob" userId="S::mahbom2@mcmaster.ca::ef4122e6-f2bf-46e8-8161-70eddb50b7d6" providerId="AD" clId="Web-{6B7CBB60-B3FA-AF26-0569-FA53BE4738FA}" dt="2026-03-29T03:07:58.782" v="614"/>
          <ac:graphicFrameMkLst>
            <pc:docMk/>
            <pc:sldMk cId="836609273" sldId="264"/>
            <ac:graphicFrameMk id="5" creationId="{9C78AC4B-A297-6EB7-C511-59285E628A40}"/>
          </ac:graphicFrameMkLst>
        </pc:graphicFrameChg>
      </pc:sldChg>
      <pc:sldChg chg="modSp">
        <pc:chgData name="Mohammad Mahboob" userId="S::mahbom2@mcmaster.ca::ef4122e6-f2bf-46e8-8161-70eddb50b7d6" providerId="AD" clId="Web-{6B7CBB60-B3FA-AF26-0569-FA53BE4738FA}" dt="2026-03-29T03:07:19.484" v="611"/>
        <pc:sldMkLst>
          <pc:docMk/>
          <pc:sldMk cId="1316109291" sldId="269"/>
        </pc:sldMkLst>
        <pc:graphicFrameChg chg="modGraphic">
          <ac:chgData name="Mohammad Mahboob" userId="S::mahbom2@mcmaster.ca::ef4122e6-f2bf-46e8-8161-70eddb50b7d6" providerId="AD" clId="Web-{6B7CBB60-B3FA-AF26-0569-FA53BE4738FA}" dt="2026-03-29T03:07:19.484" v="611"/>
          <ac:graphicFrameMkLst>
            <pc:docMk/>
            <pc:sldMk cId="1316109291" sldId="269"/>
            <ac:graphicFrameMk id="8" creationId="{2CB31677-E1CE-7CC5-D33B-1A8582AD2B9A}"/>
          </ac:graphicFrameMkLst>
        </pc:graphicFrameChg>
      </pc:sldChg>
      <pc:sldChg chg="modSp">
        <pc:chgData name="Mohammad Mahboob" userId="S::mahbom2@mcmaster.ca::ef4122e6-f2bf-46e8-8161-70eddb50b7d6" providerId="AD" clId="Web-{6B7CBB60-B3FA-AF26-0569-FA53BE4738FA}" dt="2026-03-29T01:16:06.370" v="193" actId="20577"/>
        <pc:sldMkLst>
          <pc:docMk/>
          <pc:sldMk cId="3327601909" sldId="276"/>
        </pc:sldMkLst>
        <pc:spChg chg="mod">
          <ac:chgData name="Mohammad Mahboob" userId="S::mahbom2@mcmaster.ca::ef4122e6-f2bf-46e8-8161-70eddb50b7d6" providerId="AD" clId="Web-{6B7CBB60-B3FA-AF26-0569-FA53BE4738FA}" dt="2026-03-29T01:16:06.370" v="193" actId="20577"/>
          <ac:spMkLst>
            <pc:docMk/>
            <pc:sldMk cId="3327601909" sldId="276"/>
            <ac:spMk id="4" creationId="{745F72B3-31BA-07FB-4A32-62284BB92795}"/>
          </ac:spMkLst>
        </pc:spChg>
      </pc:sldChg>
    </pc:docChg>
  </pc:docChgLst>
  <pc:docChgLst>
    <pc:chgData name="Virochaan Ravichandran Gowri" userId="S::ravicv3@mcmaster.ca::aa90bba4-d027-4eb0-b675-3665c691d86c" providerId="AD" clId="Web-{B6F629FE-4D0D-477B-8DBE-7EA14F4EB0D4}"/>
    <pc:docChg chg="mod addSld delSld modSld addMainMaster delMainMaster">
      <pc:chgData name="Virochaan Ravichandran Gowri" userId="S::ravicv3@mcmaster.ca::aa90bba4-d027-4eb0-b675-3665c691d86c" providerId="AD" clId="Web-{B6F629FE-4D0D-477B-8DBE-7EA14F4EB0D4}" dt="2026-03-26T16:42:19.456" v="69"/>
      <pc:docMkLst>
        <pc:docMk/>
      </pc:docMkLst>
      <pc:sldChg chg="addSp delSp modSp mod setBg modClrScheme delDesignElem chgLayout">
        <pc:chgData name="Virochaan Ravichandran Gowri" userId="S::ravicv3@mcmaster.ca::aa90bba4-d027-4eb0-b675-3665c691d86c" providerId="AD" clId="Web-{B6F629FE-4D0D-477B-8DBE-7EA14F4EB0D4}" dt="2026-03-26T16:40:42.175" v="48" actId="20577"/>
        <pc:sldMkLst>
          <pc:docMk/>
          <pc:sldMk cId="109857222" sldId="256"/>
        </pc:sldMkLst>
        <pc:spChg chg="mod ord">
          <ac:chgData name="Virochaan Ravichandran Gowri" userId="S::ravicv3@mcmaster.ca::aa90bba4-d027-4eb0-b675-3665c691d86c" providerId="AD" clId="Web-{B6F629FE-4D0D-477B-8DBE-7EA14F4EB0D4}" dt="2026-03-26T16:40:23.253" v="45" actId="20577"/>
          <ac:spMkLst>
            <pc:docMk/>
            <pc:sldMk cId="109857222" sldId="256"/>
            <ac:spMk id="2" creationId="{00000000-0000-0000-0000-000000000000}"/>
          </ac:spMkLst>
        </pc:spChg>
        <pc:spChg chg="mod ord">
          <ac:chgData name="Virochaan Ravichandran Gowri" userId="S::ravicv3@mcmaster.ca::aa90bba4-d027-4eb0-b675-3665c691d86c" providerId="AD" clId="Web-{B6F629FE-4D0D-477B-8DBE-7EA14F4EB0D4}" dt="2026-03-26T16:40:42.175" v="48" actId="20577"/>
          <ac:spMkLst>
            <pc:docMk/>
            <pc:sldMk cId="109857222" sldId="256"/>
            <ac:spMk id="3" creationId="{00000000-0000-0000-0000-000000000000}"/>
          </ac:spMkLst>
        </pc:spChg>
        <pc:picChg chg="add mod ord">
          <ac:chgData name="Virochaan Ravichandran Gowri" userId="S::ravicv3@mcmaster.ca::aa90bba4-d027-4eb0-b675-3665c691d86c" providerId="AD" clId="Web-{B6F629FE-4D0D-477B-8DBE-7EA14F4EB0D4}" dt="2026-03-26T16:39:58.049" v="42"/>
          <ac:picMkLst>
            <pc:docMk/>
            <pc:sldMk cId="109857222" sldId="256"/>
            <ac:picMk id="4" creationId="{869D0B13-56ED-FD4A-C5F7-1339C786068F}"/>
          </ac:picMkLst>
        </pc:picChg>
      </pc:sldChg>
      <pc:sldChg chg="modSp new mod modClrScheme chgLayout">
        <pc:chgData name="Virochaan Ravichandran Gowri" userId="S::ravicv3@mcmaster.ca::aa90bba4-d027-4eb0-b675-3665c691d86c" providerId="AD" clId="Web-{B6F629FE-4D0D-477B-8DBE-7EA14F4EB0D4}" dt="2026-03-26T16:41:37.378" v="64" actId="20577"/>
        <pc:sldMkLst>
          <pc:docMk/>
          <pc:sldMk cId="3317324064" sldId="258"/>
        </pc:sldMkLst>
        <pc:spChg chg="mod ord">
          <ac:chgData name="Virochaan Ravichandran Gowri" userId="S::ravicv3@mcmaster.ca::aa90bba4-d027-4eb0-b675-3665c691d86c" providerId="AD" clId="Web-{B6F629FE-4D0D-477B-8DBE-7EA14F4EB0D4}" dt="2026-03-26T16:41:37.378" v="64" actId="20577"/>
          <ac:spMkLst>
            <pc:docMk/>
            <pc:sldMk cId="3317324064" sldId="258"/>
            <ac:spMk id="2" creationId="{0D059DA5-950E-D4EF-12A4-C2A54655E197}"/>
          </ac:spMkLst>
        </pc:spChg>
        <pc:spChg chg="mod ord">
          <ac:chgData name="Virochaan Ravichandran Gowri" userId="S::ravicv3@mcmaster.ca::aa90bba4-d027-4eb0-b675-3665c691d86c" providerId="AD" clId="Web-{B6F629FE-4D0D-477B-8DBE-7EA14F4EB0D4}" dt="2026-03-26T16:41:32.862" v="56"/>
          <ac:spMkLst>
            <pc:docMk/>
            <pc:sldMk cId="3317324064" sldId="258"/>
            <ac:spMk id="3" creationId="{B74D1D65-5CB2-5B70-FB6A-7863D34AB1B3}"/>
          </ac:spMkLst>
        </pc:spChg>
      </pc:sldChg>
    </pc:docChg>
  </pc:docChgLst>
  <pc:docChgLst>
    <pc:chgData name="Ibrahim Quraishi" userId="S::quraishi@mcmaster.ca::4346e092-8258-4b0b-9601-94aef59acdb8" providerId="AD" clId="Web-{171FF1C2-7770-B958-C5C9-2E475F4B003F}"/>
    <pc:docChg chg="modSld">
      <pc:chgData name="Ibrahim Quraishi" userId="S::quraishi@mcmaster.ca::4346e092-8258-4b0b-9601-94aef59acdb8" providerId="AD" clId="Web-{171FF1C2-7770-B958-C5C9-2E475F4B003F}" dt="2026-03-29T14:41:22.232" v="152" actId="20577"/>
      <pc:docMkLst>
        <pc:docMk/>
      </pc:docMkLst>
      <pc:sldChg chg="addSp delSp modSp mod setBg setClrOvrMap">
        <pc:chgData name="Ibrahim Quraishi" userId="S::quraishi@mcmaster.ca::4346e092-8258-4b0b-9601-94aef59acdb8" providerId="AD" clId="Web-{171FF1C2-7770-B958-C5C9-2E475F4B003F}" dt="2026-03-29T14:41:22.232" v="152" actId="20577"/>
        <pc:sldMkLst>
          <pc:docMk/>
          <pc:sldMk cId="1479542147" sldId="271"/>
        </pc:sldMkLst>
        <pc:spChg chg="mod">
          <ac:chgData name="Ibrahim Quraishi" userId="S::quraishi@mcmaster.ca::4346e092-8258-4b0b-9601-94aef59acdb8" providerId="AD" clId="Web-{171FF1C2-7770-B958-C5C9-2E475F4B003F}" dt="2026-03-29T14:33:32.703" v="136"/>
          <ac:spMkLst>
            <pc:docMk/>
            <pc:sldMk cId="1479542147" sldId="271"/>
            <ac:spMk id="2" creationId="{1335B6F7-FC99-B0CA-6F49-198AD02E02E6}"/>
          </ac:spMkLst>
        </pc:spChg>
        <pc:spChg chg="add del mod">
          <ac:chgData name="Ibrahim Quraishi" userId="S::quraishi@mcmaster.ca::4346e092-8258-4b0b-9601-94aef59acdb8" providerId="AD" clId="Web-{171FF1C2-7770-B958-C5C9-2E475F4B003F}" dt="2026-03-29T14:33:32.703" v="136"/>
          <ac:spMkLst>
            <pc:docMk/>
            <pc:sldMk cId="1479542147" sldId="271"/>
            <ac:spMk id="3" creationId="{2C0F2EFB-CA6F-8137-E7A7-227389A689FD}"/>
          </ac:spMkLst>
        </pc:spChg>
        <pc:spChg chg="add del">
          <ac:chgData name="Ibrahim Quraishi" userId="S::quraishi@mcmaster.ca::4346e092-8258-4b0b-9601-94aef59acdb8" providerId="AD" clId="Web-{171FF1C2-7770-B958-C5C9-2E475F4B003F}" dt="2026-03-29T14:33:32.703" v="136"/>
          <ac:spMkLst>
            <pc:docMk/>
            <pc:sldMk cId="1479542147" sldId="271"/>
            <ac:spMk id="9" creationId="{F747F1B4-B831-4277-8AB0-32767F7EB7BF}"/>
          </ac:spMkLst>
        </pc:spChg>
        <pc:spChg chg="add del">
          <ac:chgData name="Ibrahim Quraishi" userId="S::quraishi@mcmaster.ca::4346e092-8258-4b0b-9601-94aef59acdb8" providerId="AD" clId="Web-{171FF1C2-7770-B958-C5C9-2E475F4B003F}" dt="2026-03-29T14:33:32.703" v="136"/>
          <ac:spMkLst>
            <pc:docMk/>
            <pc:sldMk cId="1479542147" sldId="271"/>
            <ac:spMk id="11" creationId="{D80CFA21-AB7C-4BEB-9BFF-05764FBBF3C6}"/>
          </ac:spMkLst>
        </pc:spChg>
        <pc:spChg chg="add del">
          <ac:chgData name="Ibrahim Quraishi" userId="S::quraishi@mcmaster.ca::4346e092-8258-4b0b-9601-94aef59acdb8" providerId="AD" clId="Web-{171FF1C2-7770-B958-C5C9-2E475F4B003F}" dt="2026-03-29T14:33:32.703" v="136"/>
          <ac:spMkLst>
            <pc:docMk/>
            <pc:sldMk cId="1479542147" sldId="271"/>
            <ac:spMk id="13" creationId="{12F7E335-851A-4CAE-B09F-E657819D4600}"/>
          </ac:spMkLst>
        </pc:spChg>
        <pc:spChg chg="add del">
          <ac:chgData name="Ibrahim Quraishi" userId="S::quraishi@mcmaster.ca::4346e092-8258-4b0b-9601-94aef59acdb8" providerId="AD" clId="Web-{171FF1C2-7770-B958-C5C9-2E475F4B003F}" dt="2026-03-29T14:33:32.703" v="136"/>
          <ac:spMkLst>
            <pc:docMk/>
            <pc:sldMk cId="1479542147" sldId="271"/>
            <ac:spMk id="15" creationId="{10B541F0-7F6E-402E-84D8-CF96EACA5FBC}"/>
          </ac:spMkLst>
        </pc:spChg>
        <pc:graphicFrameChg chg="add del">
          <ac:chgData name="Ibrahim Quraishi" userId="S::quraishi@mcmaster.ca::4346e092-8258-4b0b-9601-94aef59acdb8" providerId="AD" clId="Web-{171FF1C2-7770-B958-C5C9-2E475F4B003F}" dt="2026-03-29T14:33:07.719" v="133"/>
          <ac:graphicFrameMkLst>
            <pc:docMk/>
            <pc:sldMk cId="1479542147" sldId="271"/>
            <ac:graphicFrameMk id="5" creationId="{9236AD75-90C0-34F6-2599-6CEDBD5E75E0}"/>
          </ac:graphicFrameMkLst>
        </pc:graphicFrameChg>
        <pc:graphicFrameChg chg="add del modGraphic">
          <ac:chgData name="Ibrahim Quraishi" userId="S::quraishi@mcmaster.ca::4346e092-8258-4b0b-9601-94aef59acdb8" providerId="AD" clId="Web-{171FF1C2-7770-B958-C5C9-2E475F4B003F}" dt="2026-03-29T14:41:22.232" v="152" actId="20577"/>
          <ac:graphicFrameMkLst>
            <pc:docMk/>
            <pc:sldMk cId="1479542147" sldId="271"/>
            <ac:graphicFrameMk id="7" creationId="{DC7F29D7-DA81-EBEE-F751-12D03AAB1B1E}"/>
          </ac:graphicFrameMkLst>
        </pc:graphicFrameChg>
      </pc:sldChg>
      <pc:sldChg chg="addSp delSp modSp mod setBg setClrOvrMap">
        <pc:chgData name="Ibrahim Quraishi" userId="S::quraishi@mcmaster.ca::4346e092-8258-4b0b-9601-94aef59acdb8" providerId="AD" clId="Web-{171FF1C2-7770-B958-C5C9-2E475F4B003F}" dt="2026-03-29T14:30:12.142" v="29"/>
        <pc:sldMkLst>
          <pc:docMk/>
          <pc:sldMk cId="1688182517" sldId="272"/>
        </pc:sldMkLst>
        <pc:spChg chg="mod">
          <ac:chgData name="Ibrahim Quraishi" userId="S::quraishi@mcmaster.ca::4346e092-8258-4b0b-9601-94aef59acdb8" providerId="AD" clId="Web-{171FF1C2-7770-B958-C5C9-2E475F4B003F}" dt="2026-03-29T14:30:12.142" v="29"/>
          <ac:spMkLst>
            <pc:docMk/>
            <pc:sldMk cId="1688182517" sldId="272"/>
            <ac:spMk id="2" creationId="{4165F6F3-E2A1-5E7C-A726-327275D28EAB}"/>
          </ac:spMkLst>
        </pc:spChg>
        <pc:spChg chg="del mod">
          <ac:chgData name="Ibrahim Quraishi" userId="S::quraishi@mcmaster.ca::4346e092-8258-4b0b-9601-94aef59acdb8" providerId="AD" clId="Web-{171FF1C2-7770-B958-C5C9-2E475F4B003F}" dt="2026-03-29T14:30:12.142" v="29"/>
          <ac:spMkLst>
            <pc:docMk/>
            <pc:sldMk cId="1688182517" sldId="272"/>
            <ac:spMk id="3" creationId="{0A435A7A-2D22-74BE-0315-88FE20F1FFC2}"/>
          </ac:spMkLst>
        </pc:spChg>
        <pc:spChg chg="add">
          <ac:chgData name="Ibrahim Quraishi" userId="S::quraishi@mcmaster.ca::4346e092-8258-4b0b-9601-94aef59acdb8" providerId="AD" clId="Web-{171FF1C2-7770-B958-C5C9-2E475F4B003F}" dt="2026-03-29T14:30:12.142" v="29"/>
          <ac:spMkLst>
            <pc:docMk/>
            <pc:sldMk cId="1688182517" sldId="272"/>
            <ac:spMk id="9" creationId="{F747F1B4-B831-4277-8AB0-32767F7EB7BF}"/>
          </ac:spMkLst>
        </pc:spChg>
        <pc:spChg chg="add">
          <ac:chgData name="Ibrahim Quraishi" userId="S::quraishi@mcmaster.ca::4346e092-8258-4b0b-9601-94aef59acdb8" providerId="AD" clId="Web-{171FF1C2-7770-B958-C5C9-2E475F4B003F}" dt="2026-03-29T14:30:12.142" v="29"/>
          <ac:spMkLst>
            <pc:docMk/>
            <pc:sldMk cId="1688182517" sldId="272"/>
            <ac:spMk id="11" creationId="{D80CFA21-AB7C-4BEB-9BFF-05764FBBF3C6}"/>
          </ac:spMkLst>
        </pc:spChg>
        <pc:spChg chg="add">
          <ac:chgData name="Ibrahim Quraishi" userId="S::quraishi@mcmaster.ca::4346e092-8258-4b0b-9601-94aef59acdb8" providerId="AD" clId="Web-{171FF1C2-7770-B958-C5C9-2E475F4B003F}" dt="2026-03-29T14:30:12.142" v="29"/>
          <ac:spMkLst>
            <pc:docMk/>
            <pc:sldMk cId="1688182517" sldId="272"/>
            <ac:spMk id="13" creationId="{12F7E335-851A-4CAE-B09F-E657819D4600}"/>
          </ac:spMkLst>
        </pc:spChg>
        <pc:spChg chg="add">
          <ac:chgData name="Ibrahim Quraishi" userId="S::quraishi@mcmaster.ca::4346e092-8258-4b0b-9601-94aef59acdb8" providerId="AD" clId="Web-{171FF1C2-7770-B958-C5C9-2E475F4B003F}" dt="2026-03-29T14:30:12.142" v="29"/>
          <ac:spMkLst>
            <pc:docMk/>
            <pc:sldMk cId="1688182517" sldId="272"/>
            <ac:spMk id="15" creationId="{10B541F0-7F6E-402E-84D8-CF96EACA5FBC}"/>
          </ac:spMkLst>
        </pc:spChg>
        <pc:graphicFrameChg chg="add">
          <ac:chgData name="Ibrahim Quraishi" userId="S::quraishi@mcmaster.ca::4346e092-8258-4b0b-9601-94aef59acdb8" providerId="AD" clId="Web-{171FF1C2-7770-B958-C5C9-2E475F4B003F}" dt="2026-03-29T14:30:12.142" v="29"/>
          <ac:graphicFrameMkLst>
            <pc:docMk/>
            <pc:sldMk cId="1688182517" sldId="272"/>
            <ac:graphicFrameMk id="5" creationId="{321E040C-3C04-12B1-807C-9C4F518F7775}"/>
          </ac:graphicFrameMkLst>
        </pc:graphicFrameChg>
      </pc:sldChg>
    </pc:docChg>
  </pc:docChgLst>
  <pc:docChgLst>
    <pc:chgData name="Rayyan Suhail" userId="S::suhailr@mcmaster.ca::380c11a4-35f2-4706-8559-2aa9f5887954" providerId="AD" clId="Web-{AE5A473B-3311-C340-0BB2-9A1F03CF5279}"/>
    <pc:docChg chg="modSld">
      <pc:chgData name="Rayyan Suhail" userId="S::suhailr@mcmaster.ca::380c11a4-35f2-4706-8559-2aa9f5887954" providerId="AD" clId="Web-{AE5A473B-3311-C340-0BB2-9A1F03CF5279}" dt="2026-03-29T01:22:00.342" v="24" actId="1076"/>
      <pc:docMkLst>
        <pc:docMk/>
      </pc:docMkLst>
      <pc:sldChg chg="addSp delSp modSp mod setBg setClrOvrMap modNotes">
        <pc:chgData name="Rayyan Suhail" userId="S::suhailr@mcmaster.ca::380c11a4-35f2-4706-8559-2aa9f5887954" providerId="AD" clId="Web-{AE5A473B-3311-C340-0BB2-9A1F03CF5279}" dt="2026-03-29T01:18:21.795" v="19"/>
        <pc:sldMkLst>
          <pc:docMk/>
          <pc:sldMk cId="3317324064" sldId="258"/>
        </pc:sldMkLst>
        <pc:spChg chg="mod">
          <ac:chgData name="Rayyan Suhail" userId="S::suhailr@mcmaster.ca::380c11a4-35f2-4706-8559-2aa9f5887954" providerId="AD" clId="Web-{AE5A473B-3311-C340-0BB2-9A1F03CF5279}" dt="2026-03-29T01:18:21.795" v="19"/>
          <ac:spMkLst>
            <pc:docMk/>
            <pc:sldMk cId="3317324064" sldId="258"/>
            <ac:spMk id="2" creationId="{0D059DA5-950E-D4EF-12A4-C2A54655E197}"/>
          </ac:spMkLst>
        </pc:spChg>
        <pc:spChg chg="add del mod">
          <ac:chgData name="Rayyan Suhail" userId="S::suhailr@mcmaster.ca::380c11a4-35f2-4706-8559-2aa9f5887954" providerId="AD" clId="Web-{AE5A473B-3311-C340-0BB2-9A1F03CF5279}" dt="2026-03-29T01:18:21.795" v="19"/>
          <ac:spMkLst>
            <pc:docMk/>
            <pc:sldMk cId="3317324064" sldId="258"/>
            <ac:spMk id="3" creationId="{B74D1D65-5CB2-5B70-FB6A-7863D34AB1B3}"/>
          </ac:spMkLst>
        </pc:spChg>
        <pc:spChg chg="add del">
          <ac:chgData name="Rayyan Suhail" userId="S::suhailr@mcmaster.ca::380c11a4-35f2-4706-8559-2aa9f5887954" providerId="AD" clId="Web-{AE5A473B-3311-C340-0BB2-9A1F03CF5279}" dt="2026-03-29T01:17:51.030" v="13"/>
          <ac:spMkLst>
            <pc:docMk/>
            <pc:sldMk cId="3317324064" sldId="258"/>
            <ac:spMk id="8" creationId="{923E8915-D2AA-4327-A45A-972C3CA9574B}"/>
          </ac:spMkLst>
        </pc:spChg>
        <pc:spChg chg="add del">
          <ac:chgData name="Rayyan Suhail" userId="S::suhailr@mcmaster.ca::380c11a4-35f2-4706-8559-2aa9f5887954" providerId="AD" clId="Web-{AE5A473B-3311-C340-0BB2-9A1F03CF5279}" dt="2026-03-29T01:17:42.358" v="11"/>
          <ac:spMkLst>
            <pc:docMk/>
            <pc:sldMk cId="3317324064" sldId="258"/>
            <ac:spMk id="9" creationId="{4E78424C-6FD0-41F8-9CAA-5DC19C42359F}"/>
          </ac:spMkLst>
        </pc:spChg>
        <pc:spChg chg="add del">
          <ac:chgData name="Rayyan Suhail" userId="S::suhailr@mcmaster.ca::380c11a4-35f2-4706-8559-2aa9f5887954" providerId="AD" clId="Web-{AE5A473B-3311-C340-0BB2-9A1F03CF5279}" dt="2026-03-29T01:17:51.030" v="13"/>
          <ac:spMkLst>
            <pc:docMk/>
            <pc:sldMk cId="3317324064" sldId="258"/>
            <ac:spMk id="10" creationId="{8302FC3C-9804-4950-B721-5FD704BA6065}"/>
          </ac:spMkLst>
        </pc:spChg>
        <pc:spChg chg="add del">
          <ac:chgData name="Rayyan Suhail" userId="S::suhailr@mcmaster.ca::380c11a4-35f2-4706-8559-2aa9f5887954" providerId="AD" clId="Web-{AE5A473B-3311-C340-0BB2-9A1F03CF5279}" dt="2026-03-29T01:17:42.358" v="11"/>
          <ac:spMkLst>
            <pc:docMk/>
            <pc:sldMk cId="3317324064" sldId="258"/>
            <ac:spMk id="11" creationId="{DD136760-57DC-4301-8BEA-B71AD2D13905}"/>
          </ac:spMkLst>
        </pc:spChg>
        <pc:spChg chg="add del">
          <ac:chgData name="Rayyan Suhail" userId="S::suhailr@mcmaster.ca::380c11a4-35f2-4706-8559-2aa9f5887954" providerId="AD" clId="Web-{AE5A473B-3311-C340-0BB2-9A1F03CF5279}" dt="2026-03-29T01:17:42.358" v="11"/>
          <ac:spMkLst>
            <pc:docMk/>
            <pc:sldMk cId="3317324064" sldId="258"/>
            <ac:spMk id="13" creationId="{BDC58DEA-1307-4F44-AD47-E613D8B76A89}"/>
          </ac:spMkLst>
        </pc:spChg>
        <pc:spChg chg="add del">
          <ac:chgData name="Rayyan Suhail" userId="S::suhailr@mcmaster.ca::380c11a4-35f2-4706-8559-2aa9f5887954" providerId="AD" clId="Web-{AE5A473B-3311-C340-0BB2-9A1F03CF5279}" dt="2026-03-29T01:17:42.358" v="11"/>
          <ac:spMkLst>
            <pc:docMk/>
            <pc:sldMk cId="3317324064" sldId="258"/>
            <ac:spMk id="15" creationId="{C99B912D-1E4B-42AF-A2BE-CFEFEC916EE7}"/>
          </ac:spMkLst>
        </pc:spChg>
        <pc:spChg chg="add del">
          <ac:chgData name="Rayyan Suhail" userId="S::suhailr@mcmaster.ca::380c11a4-35f2-4706-8559-2aa9f5887954" providerId="AD" clId="Web-{AE5A473B-3311-C340-0BB2-9A1F03CF5279}" dt="2026-03-29T01:17:51.030" v="13"/>
          <ac:spMkLst>
            <pc:docMk/>
            <pc:sldMk cId="3317324064" sldId="258"/>
            <ac:spMk id="16" creationId="{F3798573-F27B-47EB-8EA4-7EE34954C2D6}"/>
          </ac:spMkLst>
        </pc:spChg>
        <pc:spChg chg="add del">
          <ac:chgData name="Rayyan Suhail" userId="S::suhailr@mcmaster.ca::380c11a4-35f2-4706-8559-2aa9f5887954" providerId="AD" clId="Web-{AE5A473B-3311-C340-0BB2-9A1F03CF5279}" dt="2026-03-29T01:17:51.030" v="13"/>
          <ac:spMkLst>
            <pc:docMk/>
            <pc:sldMk cId="3317324064" sldId="258"/>
            <ac:spMk id="17" creationId="{B74D1D65-5CB2-5B70-FB6A-7863D34AB1B3}"/>
          </ac:spMkLst>
        </pc:spChg>
        <pc:spChg chg="add del">
          <ac:chgData name="Rayyan Suhail" userId="S::suhailr@mcmaster.ca::380c11a4-35f2-4706-8559-2aa9f5887954" providerId="AD" clId="Web-{AE5A473B-3311-C340-0BB2-9A1F03CF5279}" dt="2026-03-29T01:17:59.670" v="15"/>
          <ac:spMkLst>
            <pc:docMk/>
            <pc:sldMk cId="3317324064" sldId="258"/>
            <ac:spMk id="19" creationId="{EE4E366E-272A-409E-840F-9A6A64A9E3FF}"/>
          </ac:spMkLst>
        </pc:spChg>
        <pc:spChg chg="add del">
          <ac:chgData name="Rayyan Suhail" userId="S::suhailr@mcmaster.ca::380c11a4-35f2-4706-8559-2aa9f5887954" providerId="AD" clId="Web-{AE5A473B-3311-C340-0BB2-9A1F03CF5279}" dt="2026-03-29T01:17:59.670" v="15"/>
          <ac:spMkLst>
            <pc:docMk/>
            <pc:sldMk cId="3317324064" sldId="258"/>
            <ac:spMk id="20" creationId="{A721560C-E4AB-4287-A29C-3F6916794CB9}"/>
          </ac:spMkLst>
        </pc:spChg>
        <pc:spChg chg="add del">
          <ac:chgData name="Rayyan Suhail" userId="S::suhailr@mcmaster.ca::380c11a4-35f2-4706-8559-2aa9f5887954" providerId="AD" clId="Web-{AE5A473B-3311-C340-0BB2-9A1F03CF5279}" dt="2026-03-29T01:17:59.670" v="15"/>
          <ac:spMkLst>
            <pc:docMk/>
            <pc:sldMk cId="3317324064" sldId="258"/>
            <ac:spMk id="21" creationId="{DF6CFF07-D953-4F9C-9A0E-E0A6AACB6158}"/>
          </ac:spMkLst>
        </pc:spChg>
        <pc:spChg chg="add del">
          <ac:chgData name="Rayyan Suhail" userId="S::suhailr@mcmaster.ca::380c11a4-35f2-4706-8559-2aa9f5887954" providerId="AD" clId="Web-{AE5A473B-3311-C340-0BB2-9A1F03CF5279}" dt="2026-03-29T01:17:59.670" v="15"/>
          <ac:spMkLst>
            <pc:docMk/>
            <pc:sldMk cId="3317324064" sldId="258"/>
            <ac:spMk id="22" creationId="{DAA4FEEE-0B5F-41BF-825D-60F9FB089568}"/>
          </ac:spMkLst>
        </pc:spChg>
        <pc:spChg chg="add del">
          <ac:chgData name="Rayyan Suhail" userId="S::suhailr@mcmaster.ca::380c11a4-35f2-4706-8559-2aa9f5887954" providerId="AD" clId="Web-{AE5A473B-3311-C340-0BB2-9A1F03CF5279}" dt="2026-03-29T01:17:59.670" v="15"/>
          <ac:spMkLst>
            <pc:docMk/>
            <pc:sldMk cId="3317324064" sldId="258"/>
            <ac:spMk id="23" creationId="{B74D1D65-5CB2-5B70-FB6A-7863D34AB1B3}"/>
          </ac:spMkLst>
        </pc:spChg>
        <pc:spChg chg="add del">
          <ac:chgData name="Rayyan Suhail" userId="S::suhailr@mcmaster.ca::380c11a4-35f2-4706-8559-2aa9f5887954" providerId="AD" clId="Web-{AE5A473B-3311-C340-0BB2-9A1F03CF5279}" dt="2026-03-29T01:18:21.795" v="19"/>
          <ac:spMkLst>
            <pc:docMk/>
            <pc:sldMk cId="3317324064" sldId="258"/>
            <ac:spMk id="25" creationId="{DDBA86CC-34C3-43C1-B328-62490FE69046}"/>
          </ac:spMkLst>
        </pc:spChg>
        <pc:spChg chg="add del">
          <ac:chgData name="Rayyan Suhail" userId="S::suhailr@mcmaster.ca::380c11a4-35f2-4706-8559-2aa9f5887954" providerId="AD" clId="Web-{AE5A473B-3311-C340-0BB2-9A1F03CF5279}" dt="2026-03-29T01:18:21.795" v="19"/>
          <ac:spMkLst>
            <pc:docMk/>
            <pc:sldMk cId="3317324064" sldId="258"/>
            <ac:spMk id="26" creationId="{9CF4C9D6-90BC-48A0-91E8-0F0373CA11B5}"/>
          </ac:spMkLst>
        </pc:spChg>
        <pc:spChg chg="add del mod">
          <ac:chgData name="Rayyan Suhail" userId="S::suhailr@mcmaster.ca::380c11a4-35f2-4706-8559-2aa9f5887954" providerId="AD" clId="Web-{AE5A473B-3311-C340-0BB2-9A1F03CF5279}" dt="2026-03-29T01:18:21.795" v="19"/>
          <ac:spMkLst>
            <pc:docMk/>
            <pc:sldMk cId="3317324064" sldId="258"/>
            <ac:spMk id="27" creationId="{B74D1D65-5CB2-5B70-FB6A-7863D34AB1B3}"/>
          </ac:spMkLst>
        </pc:spChg>
        <pc:graphicFrameChg chg="add del">
          <ac:chgData name="Rayyan Suhail" userId="S::suhailr@mcmaster.ca::380c11a4-35f2-4706-8559-2aa9f5887954" providerId="AD" clId="Web-{AE5A473B-3311-C340-0BB2-9A1F03CF5279}" dt="2026-03-29T01:17:42.358" v="11"/>
          <ac:graphicFrameMkLst>
            <pc:docMk/>
            <pc:sldMk cId="3317324064" sldId="258"/>
            <ac:graphicFrameMk id="5" creationId="{3CD3B4D2-82A6-044D-9B01-F8FBE5FC15BD}"/>
          </ac:graphicFrameMkLst>
        </pc:graphicFrameChg>
        <pc:picChg chg="add del">
          <ac:chgData name="Rayyan Suhail" userId="S::suhailr@mcmaster.ca::380c11a4-35f2-4706-8559-2aa9f5887954" providerId="AD" clId="Web-{AE5A473B-3311-C340-0BB2-9A1F03CF5279}" dt="2026-03-29T01:17:59.670" v="15"/>
          <ac:picMkLst>
            <pc:docMk/>
            <pc:sldMk cId="3317324064" sldId="258"/>
            <ac:picMk id="7" creationId="{AADB2C32-5E0D-8880-1832-D516E1826BFE}"/>
          </ac:picMkLst>
        </pc:picChg>
        <pc:picChg chg="add del">
          <ac:chgData name="Rayyan Suhail" userId="S::suhailr@mcmaster.ca::380c11a4-35f2-4706-8559-2aa9f5887954" providerId="AD" clId="Web-{AE5A473B-3311-C340-0BB2-9A1F03CF5279}" dt="2026-03-29T01:17:51.030" v="13"/>
          <ac:picMkLst>
            <pc:docMk/>
            <pc:sldMk cId="3317324064" sldId="258"/>
            <ac:picMk id="14" creationId="{3BC6EBB2-9BDC-4075-BA6B-43A9FBF9C86C}"/>
          </ac:picMkLst>
        </pc:picChg>
        <pc:cxnChg chg="add del">
          <ac:chgData name="Rayyan Suhail" userId="S::suhailr@mcmaster.ca::380c11a4-35f2-4706-8559-2aa9f5887954" providerId="AD" clId="Web-{AE5A473B-3311-C340-0BB2-9A1F03CF5279}" dt="2026-03-29T01:17:51.030" v="13"/>
          <ac:cxnSpMkLst>
            <pc:docMk/>
            <pc:sldMk cId="3317324064" sldId="258"/>
            <ac:cxnSpMk id="12" creationId="{6B9695BD-ECF6-49CA-8877-8C493193C65D}"/>
          </ac:cxnSpMkLst>
        </pc:cxnChg>
      </pc:sldChg>
      <pc:sldChg chg="modSp">
        <pc:chgData name="Rayyan Suhail" userId="S::suhailr@mcmaster.ca::380c11a4-35f2-4706-8559-2aa9f5887954" providerId="AD" clId="Web-{AE5A473B-3311-C340-0BB2-9A1F03CF5279}" dt="2026-03-29T01:22:00.342" v="24" actId="1076"/>
        <pc:sldMkLst>
          <pc:docMk/>
          <pc:sldMk cId="0" sldId="259"/>
        </pc:sldMkLst>
        <pc:spChg chg="mod">
          <ac:chgData name="Rayyan Suhail" userId="S::suhailr@mcmaster.ca::380c11a4-35f2-4706-8559-2aa9f5887954" providerId="AD" clId="Web-{AE5A473B-3311-C340-0BB2-9A1F03CF5279}" dt="2026-03-29T01:16:27.905" v="3" actId="20577"/>
          <ac:spMkLst>
            <pc:docMk/>
            <pc:sldMk cId="0" sldId="259"/>
            <ac:spMk id="2" creationId="{00000000-0000-0000-0000-000000000000}"/>
          </ac:spMkLst>
        </pc:spChg>
        <pc:spChg chg="mod">
          <ac:chgData name="Rayyan Suhail" userId="S::suhailr@mcmaster.ca::380c11a4-35f2-4706-8559-2aa9f5887954" providerId="AD" clId="Web-{AE5A473B-3311-C340-0BB2-9A1F03CF5279}" dt="2026-03-29T01:21:37.826" v="22" actId="1076"/>
          <ac:spMkLst>
            <pc:docMk/>
            <pc:sldMk cId="0" sldId="259"/>
            <ac:spMk id="35" creationId="{00000000-0000-0000-0000-000000000000}"/>
          </ac:spMkLst>
        </pc:spChg>
        <pc:spChg chg="mod">
          <ac:chgData name="Rayyan Suhail" userId="S::suhailr@mcmaster.ca::380c11a4-35f2-4706-8559-2aa9f5887954" providerId="AD" clId="Web-{AE5A473B-3311-C340-0BB2-9A1F03CF5279}" dt="2026-03-29T01:21:26.764" v="20" actId="1076"/>
          <ac:spMkLst>
            <pc:docMk/>
            <pc:sldMk cId="0" sldId="259"/>
            <ac:spMk id="37" creationId="{00000000-0000-0000-0000-000000000000}"/>
          </ac:spMkLst>
        </pc:spChg>
        <pc:spChg chg="mod">
          <ac:chgData name="Rayyan Suhail" userId="S::suhailr@mcmaster.ca::380c11a4-35f2-4706-8559-2aa9f5887954" providerId="AD" clId="Web-{AE5A473B-3311-C340-0BB2-9A1F03CF5279}" dt="2026-03-29T01:21:30.311" v="21" actId="1076"/>
          <ac:spMkLst>
            <pc:docMk/>
            <pc:sldMk cId="0" sldId="259"/>
            <ac:spMk id="38" creationId="{00000000-0000-0000-0000-000000000000}"/>
          </ac:spMkLst>
        </pc:spChg>
        <pc:spChg chg="mod">
          <ac:chgData name="Rayyan Suhail" userId="S::suhailr@mcmaster.ca::380c11a4-35f2-4706-8559-2aa9f5887954" providerId="AD" clId="Web-{AE5A473B-3311-C340-0BB2-9A1F03CF5279}" dt="2026-03-29T01:22:00.342" v="24" actId="1076"/>
          <ac:spMkLst>
            <pc:docMk/>
            <pc:sldMk cId="0" sldId="259"/>
            <ac:spMk id="39" creationId="{00000000-0000-0000-0000-000000000000}"/>
          </ac:spMkLst>
        </pc:spChg>
        <pc:spChg chg="mod">
          <ac:chgData name="Rayyan Suhail" userId="S::suhailr@mcmaster.ca::380c11a4-35f2-4706-8559-2aa9f5887954" providerId="AD" clId="Web-{AE5A473B-3311-C340-0BB2-9A1F03CF5279}" dt="2026-03-29T01:21:48.780" v="23" actId="1076"/>
          <ac:spMkLst>
            <pc:docMk/>
            <pc:sldMk cId="0" sldId="259"/>
            <ac:spMk id="40" creationId="{00000000-0000-0000-0000-000000000000}"/>
          </ac:spMkLst>
        </pc:spChg>
      </pc:sldChg>
      <pc:sldChg chg="modSp">
        <pc:chgData name="Rayyan Suhail" userId="S::suhailr@mcmaster.ca::380c11a4-35f2-4706-8559-2aa9f5887954" providerId="AD" clId="Web-{AE5A473B-3311-C340-0BB2-9A1F03CF5279}" dt="2026-03-29T01:16:44.936" v="8" actId="14100"/>
        <pc:sldMkLst>
          <pc:docMk/>
          <pc:sldMk cId="3214744034" sldId="261"/>
        </pc:sldMkLst>
        <pc:spChg chg="mod">
          <ac:chgData name="Rayyan Suhail" userId="S::suhailr@mcmaster.ca::380c11a4-35f2-4706-8559-2aa9f5887954" providerId="AD" clId="Web-{AE5A473B-3311-C340-0BB2-9A1F03CF5279}" dt="2026-03-29T01:16:44.936" v="8" actId="14100"/>
          <ac:spMkLst>
            <pc:docMk/>
            <pc:sldMk cId="3214744034" sldId="261"/>
            <ac:spMk id="2" creationId="{E37596E8-8BD2-7F41-2827-38E210E869F5}"/>
          </ac:spMkLst>
        </pc:spChg>
      </pc:sldChg>
    </pc:docChg>
  </pc:docChgLst>
  <pc:docChgLst>
    <pc:chgData name="Virochaan Ravichandran Gowri" userId="S::ravicv3@mcmaster.ca::aa90bba4-d027-4eb0-b675-3665c691d86c" providerId="AD" clId="Web-{F445DFC7-79E3-4C1A-AAE2-95A0E97CD438}"/>
    <pc:docChg chg="delSld modSld sldOrd">
      <pc:chgData name="Virochaan Ravichandran Gowri" userId="S::ravicv3@mcmaster.ca::aa90bba4-d027-4eb0-b675-3665c691d86c" providerId="AD" clId="Web-{F445DFC7-79E3-4C1A-AAE2-95A0E97CD438}" dt="2026-03-27T18:38:29.733" v="25" actId="1076"/>
      <pc:docMkLst>
        <pc:docMk/>
      </pc:docMkLst>
      <pc:sldChg chg="ord">
        <pc:chgData name="Virochaan Ravichandran Gowri" userId="S::ravicv3@mcmaster.ca::aa90bba4-d027-4eb0-b675-3665c691d86c" providerId="AD" clId="Web-{F445DFC7-79E3-4C1A-AAE2-95A0E97CD438}" dt="2026-03-27T18:22:11.406" v="1"/>
        <pc:sldMkLst>
          <pc:docMk/>
          <pc:sldMk cId="868736106" sldId="265"/>
        </pc:sldMkLst>
      </pc:sldChg>
      <pc:sldChg chg="modSp">
        <pc:chgData name="Virochaan Ravichandran Gowri" userId="S::ravicv3@mcmaster.ca::aa90bba4-d027-4eb0-b675-3665c691d86c" providerId="AD" clId="Web-{F445DFC7-79E3-4C1A-AAE2-95A0E97CD438}" dt="2026-03-27T18:38:29.733" v="25" actId="1076"/>
        <pc:sldMkLst>
          <pc:docMk/>
          <pc:sldMk cId="1316109291" sldId="269"/>
        </pc:sldMkLst>
      </pc:sldChg>
    </pc:docChg>
  </pc:docChgLst>
  <pc:docChgLst>
    <pc:chgData name="Mohammad Mahboob" userId="S::mahbom2@mcmaster.ca::ef4122e6-f2bf-46e8-8161-70eddb50b7d6" providerId="AD" clId="Web-{130BA995-D408-C2FA-A9BA-CACA160FBBA5}"/>
    <pc:docChg chg="modSld">
      <pc:chgData name="Mohammad Mahboob" userId="S::mahbom2@mcmaster.ca::ef4122e6-f2bf-46e8-8161-70eddb50b7d6" providerId="AD" clId="Web-{130BA995-D408-C2FA-A9BA-CACA160FBBA5}" dt="2026-03-29T00:50:34.538" v="4285" actId="20577"/>
      <pc:docMkLst>
        <pc:docMk/>
      </pc:docMkLst>
      <pc:sldChg chg="addSp modSp mod modClrScheme chgLayout">
        <pc:chgData name="Mohammad Mahboob" userId="S::mahbom2@mcmaster.ca::ef4122e6-f2bf-46e8-8161-70eddb50b7d6" providerId="AD" clId="Web-{130BA995-D408-C2FA-A9BA-CACA160FBBA5}" dt="2026-03-29T00:50:34.538" v="4285" actId="20577"/>
        <pc:sldMkLst>
          <pc:docMk/>
          <pc:sldMk cId="3327601909" sldId="276"/>
        </pc:sldMkLst>
        <pc:spChg chg="mod ord">
          <ac:chgData name="Mohammad Mahboob" userId="S::mahbom2@mcmaster.ca::ef4122e6-f2bf-46e8-8161-70eddb50b7d6" providerId="AD" clId="Web-{130BA995-D408-C2FA-A9BA-CACA160FBBA5}" dt="2026-03-29T00:09:56.543" v="0"/>
          <ac:spMkLst>
            <pc:docMk/>
            <pc:sldMk cId="3327601909" sldId="276"/>
            <ac:spMk id="2" creationId="{E48092A4-739D-3523-E9C0-01FEFC3B8D8B}"/>
          </ac:spMkLst>
        </pc:spChg>
        <pc:spChg chg="mod ord">
          <ac:chgData name="Mohammad Mahboob" userId="S::mahbom2@mcmaster.ca::ef4122e6-f2bf-46e8-8161-70eddb50b7d6" providerId="AD" clId="Web-{130BA995-D408-C2FA-A9BA-CACA160FBBA5}" dt="2026-03-29T00:50:34.538" v="4285" actId="20577"/>
          <ac:spMkLst>
            <pc:docMk/>
            <pc:sldMk cId="3327601909" sldId="276"/>
            <ac:spMk id="3" creationId="{2FEE770F-41F7-D60A-2872-281E0484760E}"/>
          </ac:spMkLst>
        </pc:spChg>
        <pc:spChg chg="add mod ord">
          <ac:chgData name="Mohammad Mahboob" userId="S::mahbom2@mcmaster.ca::ef4122e6-f2bf-46e8-8161-70eddb50b7d6" providerId="AD" clId="Web-{130BA995-D408-C2FA-A9BA-CACA160FBBA5}" dt="2026-03-29T00:48:17.522" v="3651" actId="20577"/>
          <ac:spMkLst>
            <pc:docMk/>
            <pc:sldMk cId="3327601909" sldId="276"/>
            <ac:spMk id="4" creationId="{745F72B3-31BA-07FB-4A32-62284BB92795}"/>
          </ac:spMkLst>
        </pc:spChg>
      </pc:sldChg>
    </pc:docChg>
  </pc:docChgLst>
  <pc:docChgLst>
    <pc:chgData name="Mohammad Mahboob" userId="S::mahbom2@mcmaster.ca::ef4122e6-f2bf-46e8-8161-70eddb50b7d6" providerId="AD" clId="Web-{87F48A81-C898-9F38-8504-CBE62D4A00D3}"/>
    <pc:docChg chg="delSld modSld">
      <pc:chgData name="Mohammad Mahboob" userId="S::mahbom2@mcmaster.ca::ef4122e6-f2bf-46e8-8161-70eddb50b7d6" providerId="AD" clId="Web-{87F48A81-C898-9F38-8504-CBE62D4A00D3}" dt="2026-03-29T14:16:02.678" v="842" actId="20577"/>
      <pc:docMkLst>
        <pc:docMk/>
      </pc:docMkLst>
      <pc:sldChg chg="del">
        <pc:chgData name="Mohammad Mahboob" userId="S::mahbom2@mcmaster.ca::ef4122e6-f2bf-46e8-8161-70eddb50b7d6" providerId="AD" clId="Web-{87F48A81-C898-9F38-8504-CBE62D4A00D3}" dt="2026-03-29T13:58:15.395" v="509"/>
        <pc:sldMkLst>
          <pc:docMk/>
          <pc:sldMk cId="885733539" sldId="257"/>
        </pc:sldMkLst>
      </pc:sldChg>
      <pc:sldChg chg="modSp modNotes">
        <pc:chgData name="Mohammad Mahboob" userId="S::mahbom2@mcmaster.ca::ef4122e6-f2bf-46e8-8161-70eddb50b7d6" providerId="AD" clId="Web-{87F48A81-C898-9F38-8504-CBE62D4A00D3}" dt="2026-03-29T14:14:10.005" v="827"/>
        <pc:sldMkLst>
          <pc:docMk/>
          <pc:sldMk cId="0" sldId="259"/>
        </pc:sldMkLst>
        <pc:spChg chg="mod">
          <ac:chgData name="Mohammad Mahboob" userId="S::mahbom2@mcmaster.ca::ef4122e6-f2bf-46e8-8161-70eddb50b7d6" providerId="AD" clId="Web-{87F48A81-C898-9F38-8504-CBE62D4A00D3}" dt="2026-03-29T13:52:17.960" v="435" actId="20577"/>
          <ac:spMkLst>
            <pc:docMk/>
            <pc:sldMk cId="0" sldId="259"/>
            <ac:spMk id="30" creationId="{00000000-0000-0000-0000-000000000000}"/>
          </ac:spMkLst>
        </pc:spChg>
        <pc:spChg chg="mod">
          <ac:chgData name="Mohammad Mahboob" userId="S::mahbom2@mcmaster.ca::ef4122e6-f2bf-46e8-8161-70eddb50b7d6" providerId="AD" clId="Web-{87F48A81-C898-9F38-8504-CBE62D4A00D3}" dt="2026-03-29T13:43:50.546" v="14" actId="20577"/>
          <ac:spMkLst>
            <pc:docMk/>
            <pc:sldMk cId="0" sldId="259"/>
            <ac:spMk id="32" creationId="{00000000-0000-0000-0000-000000000000}"/>
          </ac:spMkLst>
        </pc:spChg>
      </pc:sldChg>
      <pc:sldChg chg="modSp">
        <pc:chgData name="Mohammad Mahboob" userId="S::mahbom2@mcmaster.ca::ef4122e6-f2bf-46e8-8161-70eddb50b7d6" providerId="AD" clId="Web-{87F48A81-C898-9F38-8504-CBE62D4A00D3}" dt="2026-03-29T14:16:02.678" v="842" actId="20577"/>
        <pc:sldMkLst>
          <pc:docMk/>
          <pc:sldMk cId="868736106" sldId="265"/>
        </pc:sldMkLst>
        <pc:graphicFrameChg chg="modGraphic">
          <ac:chgData name="Mohammad Mahboob" userId="S::mahbom2@mcmaster.ca::ef4122e6-f2bf-46e8-8161-70eddb50b7d6" providerId="AD" clId="Web-{87F48A81-C898-9F38-8504-CBE62D4A00D3}" dt="2026-03-29T14:16:02.678" v="842" actId="20577"/>
          <ac:graphicFrameMkLst>
            <pc:docMk/>
            <pc:sldMk cId="868736106" sldId="265"/>
            <ac:graphicFrameMk id="5" creationId="{8154E55D-B58C-16B4-7568-D88EB47DAB4C}"/>
          </ac:graphicFrameMkLst>
        </pc:graphicFrameChg>
      </pc:sldChg>
      <pc:sldChg chg="modSp">
        <pc:chgData name="Mohammad Mahboob" userId="S::mahbom2@mcmaster.ca::ef4122e6-f2bf-46e8-8161-70eddb50b7d6" providerId="AD" clId="Web-{87F48A81-C898-9F38-8504-CBE62D4A00D3}" dt="2026-03-29T14:00:53.812" v="572" actId="20577"/>
        <pc:sldMkLst>
          <pc:docMk/>
          <pc:sldMk cId="1688182517" sldId="272"/>
        </pc:sldMkLst>
        <pc:spChg chg="mod">
          <ac:chgData name="Mohammad Mahboob" userId="S::mahbom2@mcmaster.ca::ef4122e6-f2bf-46e8-8161-70eddb50b7d6" providerId="AD" clId="Web-{87F48A81-C898-9F38-8504-CBE62D4A00D3}" dt="2026-03-29T14:00:53.812" v="572" actId="20577"/>
          <ac:spMkLst>
            <pc:docMk/>
            <pc:sldMk cId="1688182517" sldId="272"/>
            <ac:spMk id="3" creationId="{0A435A7A-2D22-74BE-0315-88FE20F1FFC2}"/>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7.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3DED77-7D14-4966-94FC-05A2F283907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52B1FDC-980D-4A8A-A201-CB3501EDA308}">
      <dgm:prSet/>
      <dgm:spPr/>
      <dgm:t>
        <a:bodyPr/>
        <a:lstStyle/>
        <a:p>
          <a:pPr>
            <a:lnSpc>
              <a:spcPct val="100000"/>
            </a:lnSpc>
          </a:pPr>
          <a:r>
            <a:rPr lang="en-GB" b="0" i="0"/>
            <a:t>Develop a custom Modular Form Builder</a:t>
          </a:r>
          <a:endParaRPr lang="en-US"/>
        </a:p>
      </dgm:t>
    </dgm:pt>
    <dgm:pt modelId="{8C702A49-CE77-4BAC-B8AA-F9C901B91E95}" type="parTrans" cxnId="{3B8B9D21-8BB1-4092-8303-5B1730CCC33E}">
      <dgm:prSet/>
      <dgm:spPr/>
      <dgm:t>
        <a:bodyPr/>
        <a:lstStyle/>
        <a:p>
          <a:endParaRPr lang="en-US"/>
        </a:p>
      </dgm:t>
    </dgm:pt>
    <dgm:pt modelId="{3A725208-95D1-4559-AEDC-7F94EAD7DBFA}" type="sibTrans" cxnId="{3B8B9D21-8BB1-4092-8303-5B1730CCC33E}">
      <dgm:prSet/>
      <dgm:spPr/>
      <dgm:t>
        <a:bodyPr/>
        <a:lstStyle/>
        <a:p>
          <a:endParaRPr lang="en-US"/>
        </a:p>
      </dgm:t>
    </dgm:pt>
    <dgm:pt modelId="{F49AB786-413B-4EF1-B86A-422D528AD2E4}">
      <dgm:prSet/>
      <dgm:spPr/>
      <dgm:t>
        <a:bodyPr/>
        <a:lstStyle/>
        <a:p>
          <a:pPr>
            <a:lnSpc>
              <a:spcPct val="100000"/>
            </a:lnSpc>
          </a:pPr>
          <a:r>
            <a:rPr lang="en-GB" b="0" i="0"/>
            <a:t>Create a streamlined Event Creation and Registration process</a:t>
          </a:r>
          <a:endParaRPr lang="en-US"/>
        </a:p>
      </dgm:t>
    </dgm:pt>
    <dgm:pt modelId="{5E77101D-09B6-4E89-8B17-E6E2AA13274E}" type="parTrans" cxnId="{5A38D0C0-06E8-4B37-B389-A461D8C6740E}">
      <dgm:prSet/>
      <dgm:spPr/>
      <dgm:t>
        <a:bodyPr/>
        <a:lstStyle/>
        <a:p>
          <a:endParaRPr lang="en-US"/>
        </a:p>
      </dgm:t>
    </dgm:pt>
    <dgm:pt modelId="{EB4DA134-941E-4DB3-B29B-29E7559A9AC8}" type="sibTrans" cxnId="{5A38D0C0-06E8-4B37-B389-A461D8C6740E}">
      <dgm:prSet/>
      <dgm:spPr/>
      <dgm:t>
        <a:bodyPr/>
        <a:lstStyle/>
        <a:p>
          <a:endParaRPr lang="en-US"/>
        </a:p>
      </dgm:t>
    </dgm:pt>
    <dgm:pt modelId="{B15CF598-4219-48A0-A906-F7D6D19DCBB1}">
      <dgm:prSet/>
      <dgm:spPr/>
      <dgm:t>
        <a:bodyPr/>
        <a:lstStyle/>
        <a:p>
          <a:pPr>
            <a:lnSpc>
              <a:spcPct val="100000"/>
            </a:lnSpc>
          </a:pPr>
          <a:r>
            <a:rPr lang="en-GB" b="0" i="0"/>
            <a:t>Provide detailed and intuitive data analytics and visualization</a:t>
          </a:r>
          <a:endParaRPr lang="en-US"/>
        </a:p>
      </dgm:t>
    </dgm:pt>
    <dgm:pt modelId="{138CAC5A-986A-4D5E-B668-15B4F6E5EA15}" type="parTrans" cxnId="{4782F256-62E5-4B9A-90EB-5B981AA80877}">
      <dgm:prSet/>
      <dgm:spPr/>
      <dgm:t>
        <a:bodyPr/>
        <a:lstStyle/>
        <a:p>
          <a:endParaRPr lang="en-US"/>
        </a:p>
      </dgm:t>
    </dgm:pt>
    <dgm:pt modelId="{FA29946A-9DFB-475B-A238-1BCCA741DB6D}" type="sibTrans" cxnId="{4782F256-62E5-4B9A-90EB-5B981AA80877}">
      <dgm:prSet/>
      <dgm:spPr/>
      <dgm:t>
        <a:bodyPr/>
        <a:lstStyle/>
        <a:p>
          <a:endParaRPr lang="en-US"/>
        </a:p>
      </dgm:t>
    </dgm:pt>
    <dgm:pt modelId="{9092DC47-A489-4531-92D9-D64EBC3FBDE1}">
      <dgm:prSet/>
      <dgm:spPr/>
      <dgm:t>
        <a:bodyPr/>
        <a:lstStyle/>
        <a:p>
          <a:pPr>
            <a:lnSpc>
              <a:spcPct val="100000"/>
            </a:lnSpc>
          </a:pPr>
          <a:r>
            <a:rPr lang="en-GB" b="0" i="0"/>
            <a:t>Provide a centralized location for attendee and admin information management</a:t>
          </a:r>
          <a:endParaRPr lang="en-US"/>
        </a:p>
      </dgm:t>
    </dgm:pt>
    <dgm:pt modelId="{CBEBAAAA-4631-4B61-84E6-EE53ADCF3AFD}" type="parTrans" cxnId="{095D45EE-199A-4D5E-8846-F221FEB93659}">
      <dgm:prSet/>
      <dgm:spPr/>
      <dgm:t>
        <a:bodyPr/>
        <a:lstStyle/>
        <a:p>
          <a:endParaRPr lang="en-US"/>
        </a:p>
      </dgm:t>
    </dgm:pt>
    <dgm:pt modelId="{D64CA168-FCDF-4960-9F29-4706ACCE955D}" type="sibTrans" cxnId="{095D45EE-199A-4D5E-8846-F221FEB93659}">
      <dgm:prSet/>
      <dgm:spPr/>
      <dgm:t>
        <a:bodyPr/>
        <a:lstStyle/>
        <a:p>
          <a:endParaRPr lang="en-US"/>
        </a:p>
      </dgm:t>
    </dgm:pt>
    <dgm:pt modelId="{9F153672-2CD9-4497-AE65-E26210573172}" type="pres">
      <dgm:prSet presAssocID="{043DED77-7D14-4966-94FC-05A2F2839071}" presName="root" presStyleCnt="0">
        <dgm:presLayoutVars>
          <dgm:dir/>
          <dgm:resizeHandles val="exact"/>
        </dgm:presLayoutVars>
      </dgm:prSet>
      <dgm:spPr/>
    </dgm:pt>
    <dgm:pt modelId="{03B59EB7-FFF6-41B3-8AFA-55E94F52F2B2}" type="pres">
      <dgm:prSet presAssocID="{152B1FDC-980D-4A8A-A201-CB3501EDA308}" presName="compNode" presStyleCnt="0"/>
      <dgm:spPr/>
    </dgm:pt>
    <dgm:pt modelId="{BBDA715D-AD44-4D8D-9BEB-A9DCDCB89FCB}" type="pres">
      <dgm:prSet presAssocID="{152B1FDC-980D-4A8A-A201-CB3501EDA308}" presName="bgRect" presStyleLbl="bgShp" presStyleIdx="0" presStyleCnt="4"/>
      <dgm:spPr/>
    </dgm:pt>
    <dgm:pt modelId="{2E4D0575-F4B8-4AE9-834F-171ED49BDD0D}" type="pres">
      <dgm:prSet presAssocID="{152B1FDC-980D-4A8A-A201-CB3501EDA30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DB541169-8F61-4472-A522-5172746D115E}" type="pres">
      <dgm:prSet presAssocID="{152B1FDC-980D-4A8A-A201-CB3501EDA308}" presName="spaceRect" presStyleCnt="0"/>
      <dgm:spPr/>
    </dgm:pt>
    <dgm:pt modelId="{4C99DAE0-D014-4314-BFB7-0F6D13F86A0D}" type="pres">
      <dgm:prSet presAssocID="{152B1FDC-980D-4A8A-A201-CB3501EDA308}" presName="parTx" presStyleLbl="revTx" presStyleIdx="0" presStyleCnt="4">
        <dgm:presLayoutVars>
          <dgm:chMax val="0"/>
          <dgm:chPref val="0"/>
        </dgm:presLayoutVars>
      </dgm:prSet>
      <dgm:spPr/>
    </dgm:pt>
    <dgm:pt modelId="{7A59AF18-D194-48F2-B390-9D4A1C31E44C}" type="pres">
      <dgm:prSet presAssocID="{3A725208-95D1-4559-AEDC-7F94EAD7DBFA}" presName="sibTrans" presStyleCnt="0"/>
      <dgm:spPr/>
    </dgm:pt>
    <dgm:pt modelId="{390FC35D-BEA5-4B12-82A4-A795D20957CA}" type="pres">
      <dgm:prSet presAssocID="{F49AB786-413B-4EF1-B86A-422D528AD2E4}" presName="compNode" presStyleCnt="0"/>
      <dgm:spPr/>
    </dgm:pt>
    <dgm:pt modelId="{E1934B0A-A230-4560-A1BF-2B656B459D56}" type="pres">
      <dgm:prSet presAssocID="{F49AB786-413B-4EF1-B86A-422D528AD2E4}" presName="bgRect" presStyleLbl="bgShp" presStyleIdx="1" presStyleCnt="4"/>
      <dgm:spPr/>
    </dgm:pt>
    <dgm:pt modelId="{E9E3F27F-2891-45D5-947C-5F3500133424}" type="pres">
      <dgm:prSet presAssocID="{F49AB786-413B-4EF1-B86A-422D528AD2E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6DF9A159-69AF-466E-8928-3706BB3DDFC1}" type="pres">
      <dgm:prSet presAssocID="{F49AB786-413B-4EF1-B86A-422D528AD2E4}" presName="spaceRect" presStyleCnt="0"/>
      <dgm:spPr/>
    </dgm:pt>
    <dgm:pt modelId="{B20A4C5B-A428-43AC-BEBD-606FC482DC4A}" type="pres">
      <dgm:prSet presAssocID="{F49AB786-413B-4EF1-B86A-422D528AD2E4}" presName="parTx" presStyleLbl="revTx" presStyleIdx="1" presStyleCnt="4">
        <dgm:presLayoutVars>
          <dgm:chMax val="0"/>
          <dgm:chPref val="0"/>
        </dgm:presLayoutVars>
      </dgm:prSet>
      <dgm:spPr/>
    </dgm:pt>
    <dgm:pt modelId="{0F06B704-7FB3-4296-AD5D-73C78A610320}" type="pres">
      <dgm:prSet presAssocID="{EB4DA134-941E-4DB3-B29B-29E7559A9AC8}" presName="sibTrans" presStyleCnt="0"/>
      <dgm:spPr/>
    </dgm:pt>
    <dgm:pt modelId="{FBC4930B-2BDA-492C-8CBA-ECDFF37541F7}" type="pres">
      <dgm:prSet presAssocID="{B15CF598-4219-48A0-A906-F7D6D19DCBB1}" presName="compNode" presStyleCnt="0"/>
      <dgm:spPr/>
    </dgm:pt>
    <dgm:pt modelId="{3616E861-42B7-45E7-9F38-B5DBF57FEABB}" type="pres">
      <dgm:prSet presAssocID="{B15CF598-4219-48A0-A906-F7D6D19DCBB1}" presName="bgRect" presStyleLbl="bgShp" presStyleIdx="2" presStyleCnt="4"/>
      <dgm:spPr/>
    </dgm:pt>
    <dgm:pt modelId="{B6895C05-A6A5-49B8-8244-2821FE26DD70}" type="pres">
      <dgm:prSet presAssocID="{B15CF598-4219-48A0-A906-F7D6D19DCBB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A7547FD4-A3D1-45E0-8EDB-2C19A6E6A30F}" type="pres">
      <dgm:prSet presAssocID="{B15CF598-4219-48A0-A906-F7D6D19DCBB1}" presName="spaceRect" presStyleCnt="0"/>
      <dgm:spPr/>
    </dgm:pt>
    <dgm:pt modelId="{F8EFAD66-3F35-4A9F-8D3C-0784FA90EA4B}" type="pres">
      <dgm:prSet presAssocID="{B15CF598-4219-48A0-A906-F7D6D19DCBB1}" presName="parTx" presStyleLbl="revTx" presStyleIdx="2" presStyleCnt="4">
        <dgm:presLayoutVars>
          <dgm:chMax val="0"/>
          <dgm:chPref val="0"/>
        </dgm:presLayoutVars>
      </dgm:prSet>
      <dgm:spPr/>
    </dgm:pt>
    <dgm:pt modelId="{E2E3B68C-5F8A-43E8-8DC1-000B49C7C20C}" type="pres">
      <dgm:prSet presAssocID="{FA29946A-9DFB-475B-A238-1BCCA741DB6D}" presName="sibTrans" presStyleCnt="0"/>
      <dgm:spPr/>
    </dgm:pt>
    <dgm:pt modelId="{8A21A9CE-30BB-4EE3-9305-EAE21776E0C3}" type="pres">
      <dgm:prSet presAssocID="{9092DC47-A489-4531-92D9-D64EBC3FBDE1}" presName="compNode" presStyleCnt="0"/>
      <dgm:spPr/>
    </dgm:pt>
    <dgm:pt modelId="{96BCE963-904C-4195-97AF-968C91DD6BF3}" type="pres">
      <dgm:prSet presAssocID="{9092DC47-A489-4531-92D9-D64EBC3FBDE1}" presName="bgRect" presStyleLbl="bgShp" presStyleIdx="3" presStyleCnt="4"/>
      <dgm:spPr/>
    </dgm:pt>
    <dgm:pt modelId="{21F4BF1A-576F-4923-988E-A267FE68A71B}" type="pres">
      <dgm:prSet presAssocID="{9092DC47-A489-4531-92D9-D64EBC3FBDE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84C36419-F514-40CB-B539-72C9DBE2B3D7}" type="pres">
      <dgm:prSet presAssocID="{9092DC47-A489-4531-92D9-D64EBC3FBDE1}" presName="spaceRect" presStyleCnt="0"/>
      <dgm:spPr/>
    </dgm:pt>
    <dgm:pt modelId="{84D4B8E7-A5BC-4E97-B4AE-2F1268B7FF84}" type="pres">
      <dgm:prSet presAssocID="{9092DC47-A489-4531-92D9-D64EBC3FBDE1}" presName="parTx" presStyleLbl="revTx" presStyleIdx="3" presStyleCnt="4">
        <dgm:presLayoutVars>
          <dgm:chMax val="0"/>
          <dgm:chPref val="0"/>
        </dgm:presLayoutVars>
      </dgm:prSet>
      <dgm:spPr/>
    </dgm:pt>
  </dgm:ptLst>
  <dgm:cxnLst>
    <dgm:cxn modelId="{83DE7C17-4DCE-4179-8964-D452CCADF602}" type="presOf" srcId="{B15CF598-4219-48A0-A906-F7D6D19DCBB1}" destId="{F8EFAD66-3F35-4A9F-8D3C-0784FA90EA4B}" srcOrd="0" destOrd="0" presId="urn:microsoft.com/office/officeart/2018/2/layout/IconVerticalSolidList"/>
    <dgm:cxn modelId="{3B8B9D21-8BB1-4092-8303-5B1730CCC33E}" srcId="{043DED77-7D14-4966-94FC-05A2F2839071}" destId="{152B1FDC-980D-4A8A-A201-CB3501EDA308}" srcOrd="0" destOrd="0" parTransId="{8C702A49-CE77-4BAC-B8AA-F9C901B91E95}" sibTransId="{3A725208-95D1-4559-AEDC-7F94EAD7DBFA}"/>
    <dgm:cxn modelId="{18C76F65-4131-4ACE-B6F5-3AFFBA54D841}" type="presOf" srcId="{F49AB786-413B-4EF1-B86A-422D528AD2E4}" destId="{B20A4C5B-A428-43AC-BEBD-606FC482DC4A}" srcOrd="0" destOrd="0" presId="urn:microsoft.com/office/officeart/2018/2/layout/IconVerticalSolidList"/>
    <dgm:cxn modelId="{4782F256-62E5-4B9A-90EB-5B981AA80877}" srcId="{043DED77-7D14-4966-94FC-05A2F2839071}" destId="{B15CF598-4219-48A0-A906-F7D6D19DCBB1}" srcOrd="2" destOrd="0" parTransId="{138CAC5A-986A-4D5E-B668-15B4F6E5EA15}" sibTransId="{FA29946A-9DFB-475B-A238-1BCCA741DB6D}"/>
    <dgm:cxn modelId="{DDC50459-DC62-4651-8419-3FB5F5232FEF}" type="presOf" srcId="{152B1FDC-980D-4A8A-A201-CB3501EDA308}" destId="{4C99DAE0-D014-4314-BFB7-0F6D13F86A0D}" srcOrd="0" destOrd="0" presId="urn:microsoft.com/office/officeart/2018/2/layout/IconVerticalSolidList"/>
    <dgm:cxn modelId="{5A38D0C0-06E8-4B37-B389-A461D8C6740E}" srcId="{043DED77-7D14-4966-94FC-05A2F2839071}" destId="{F49AB786-413B-4EF1-B86A-422D528AD2E4}" srcOrd="1" destOrd="0" parTransId="{5E77101D-09B6-4E89-8B17-E6E2AA13274E}" sibTransId="{EB4DA134-941E-4DB3-B29B-29E7559A9AC8}"/>
    <dgm:cxn modelId="{D33A44DD-1749-4A4B-A26F-A0A1BC962D9E}" type="presOf" srcId="{9092DC47-A489-4531-92D9-D64EBC3FBDE1}" destId="{84D4B8E7-A5BC-4E97-B4AE-2F1268B7FF84}" srcOrd="0" destOrd="0" presId="urn:microsoft.com/office/officeart/2018/2/layout/IconVerticalSolidList"/>
    <dgm:cxn modelId="{68158FEC-BA57-4C44-930F-BA2485476F7D}" type="presOf" srcId="{043DED77-7D14-4966-94FC-05A2F2839071}" destId="{9F153672-2CD9-4497-AE65-E26210573172}" srcOrd="0" destOrd="0" presId="urn:microsoft.com/office/officeart/2018/2/layout/IconVerticalSolidList"/>
    <dgm:cxn modelId="{095D45EE-199A-4D5E-8846-F221FEB93659}" srcId="{043DED77-7D14-4966-94FC-05A2F2839071}" destId="{9092DC47-A489-4531-92D9-D64EBC3FBDE1}" srcOrd="3" destOrd="0" parTransId="{CBEBAAAA-4631-4B61-84E6-EE53ADCF3AFD}" sibTransId="{D64CA168-FCDF-4960-9F29-4706ACCE955D}"/>
    <dgm:cxn modelId="{C804D9E7-95F1-4687-BB7D-7487AE52AFCB}" type="presParOf" srcId="{9F153672-2CD9-4497-AE65-E26210573172}" destId="{03B59EB7-FFF6-41B3-8AFA-55E94F52F2B2}" srcOrd="0" destOrd="0" presId="urn:microsoft.com/office/officeart/2018/2/layout/IconVerticalSolidList"/>
    <dgm:cxn modelId="{CA6AA876-71E7-40D1-973B-58DD295C764D}" type="presParOf" srcId="{03B59EB7-FFF6-41B3-8AFA-55E94F52F2B2}" destId="{BBDA715D-AD44-4D8D-9BEB-A9DCDCB89FCB}" srcOrd="0" destOrd="0" presId="urn:microsoft.com/office/officeart/2018/2/layout/IconVerticalSolidList"/>
    <dgm:cxn modelId="{65684DEA-673F-45CF-84A0-BF3F99937398}" type="presParOf" srcId="{03B59EB7-FFF6-41B3-8AFA-55E94F52F2B2}" destId="{2E4D0575-F4B8-4AE9-834F-171ED49BDD0D}" srcOrd="1" destOrd="0" presId="urn:microsoft.com/office/officeart/2018/2/layout/IconVerticalSolidList"/>
    <dgm:cxn modelId="{FDBC9940-6A50-41BE-A316-102241A5A79A}" type="presParOf" srcId="{03B59EB7-FFF6-41B3-8AFA-55E94F52F2B2}" destId="{DB541169-8F61-4472-A522-5172746D115E}" srcOrd="2" destOrd="0" presId="urn:microsoft.com/office/officeart/2018/2/layout/IconVerticalSolidList"/>
    <dgm:cxn modelId="{19C702F1-F529-4CD9-B8CF-6D168CD2C0AB}" type="presParOf" srcId="{03B59EB7-FFF6-41B3-8AFA-55E94F52F2B2}" destId="{4C99DAE0-D014-4314-BFB7-0F6D13F86A0D}" srcOrd="3" destOrd="0" presId="urn:microsoft.com/office/officeart/2018/2/layout/IconVerticalSolidList"/>
    <dgm:cxn modelId="{9CD37894-84FD-4FAE-ABEA-F691BDDC6D13}" type="presParOf" srcId="{9F153672-2CD9-4497-AE65-E26210573172}" destId="{7A59AF18-D194-48F2-B390-9D4A1C31E44C}" srcOrd="1" destOrd="0" presId="urn:microsoft.com/office/officeart/2018/2/layout/IconVerticalSolidList"/>
    <dgm:cxn modelId="{08EA3D42-5EEF-4081-8E9B-F945A2BEC582}" type="presParOf" srcId="{9F153672-2CD9-4497-AE65-E26210573172}" destId="{390FC35D-BEA5-4B12-82A4-A795D20957CA}" srcOrd="2" destOrd="0" presId="urn:microsoft.com/office/officeart/2018/2/layout/IconVerticalSolidList"/>
    <dgm:cxn modelId="{2A53739E-D4F4-4A88-8581-D50C6D096335}" type="presParOf" srcId="{390FC35D-BEA5-4B12-82A4-A795D20957CA}" destId="{E1934B0A-A230-4560-A1BF-2B656B459D56}" srcOrd="0" destOrd="0" presId="urn:microsoft.com/office/officeart/2018/2/layout/IconVerticalSolidList"/>
    <dgm:cxn modelId="{08CF7DB5-E2DE-4BB1-BDE6-84A34A18EF61}" type="presParOf" srcId="{390FC35D-BEA5-4B12-82A4-A795D20957CA}" destId="{E9E3F27F-2891-45D5-947C-5F3500133424}" srcOrd="1" destOrd="0" presId="urn:microsoft.com/office/officeart/2018/2/layout/IconVerticalSolidList"/>
    <dgm:cxn modelId="{301BDAB4-6C17-41DB-834D-98910E20CD85}" type="presParOf" srcId="{390FC35D-BEA5-4B12-82A4-A795D20957CA}" destId="{6DF9A159-69AF-466E-8928-3706BB3DDFC1}" srcOrd="2" destOrd="0" presId="urn:microsoft.com/office/officeart/2018/2/layout/IconVerticalSolidList"/>
    <dgm:cxn modelId="{82109D6A-AC01-43BE-A36A-03353A9967E4}" type="presParOf" srcId="{390FC35D-BEA5-4B12-82A4-A795D20957CA}" destId="{B20A4C5B-A428-43AC-BEBD-606FC482DC4A}" srcOrd="3" destOrd="0" presId="urn:microsoft.com/office/officeart/2018/2/layout/IconVerticalSolidList"/>
    <dgm:cxn modelId="{EB65A3E2-6F9A-4270-9D55-BB00E387E923}" type="presParOf" srcId="{9F153672-2CD9-4497-AE65-E26210573172}" destId="{0F06B704-7FB3-4296-AD5D-73C78A610320}" srcOrd="3" destOrd="0" presId="urn:microsoft.com/office/officeart/2018/2/layout/IconVerticalSolidList"/>
    <dgm:cxn modelId="{9C6DFB1C-E384-4025-8AA7-65228F37288F}" type="presParOf" srcId="{9F153672-2CD9-4497-AE65-E26210573172}" destId="{FBC4930B-2BDA-492C-8CBA-ECDFF37541F7}" srcOrd="4" destOrd="0" presId="urn:microsoft.com/office/officeart/2018/2/layout/IconVerticalSolidList"/>
    <dgm:cxn modelId="{8802CE6B-749B-4758-90C8-363FB946B183}" type="presParOf" srcId="{FBC4930B-2BDA-492C-8CBA-ECDFF37541F7}" destId="{3616E861-42B7-45E7-9F38-B5DBF57FEABB}" srcOrd="0" destOrd="0" presId="urn:microsoft.com/office/officeart/2018/2/layout/IconVerticalSolidList"/>
    <dgm:cxn modelId="{03C630B6-CAEB-4CC0-B605-ACBC3770BA2E}" type="presParOf" srcId="{FBC4930B-2BDA-492C-8CBA-ECDFF37541F7}" destId="{B6895C05-A6A5-49B8-8244-2821FE26DD70}" srcOrd="1" destOrd="0" presId="urn:microsoft.com/office/officeart/2018/2/layout/IconVerticalSolidList"/>
    <dgm:cxn modelId="{277919DE-9926-40D1-B290-7036CB6A35FF}" type="presParOf" srcId="{FBC4930B-2BDA-492C-8CBA-ECDFF37541F7}" destId="{A7547FD4-A3D1-45E0-8EDB-2C19A6E6A30F}" srcOrd="2" destOrd="0" presId="urn:microsoft.com/office/officeart/2018/2/layout/IconVerticalSolidList"/>
    <dgm:cxn modelId="{16102870-10D1-4D7D-8E1D-8776D8F8C476}" type="presParOf" srcId="{FBC4930B-2BDA-492C-8CBA-ECDFF37541F7}" destId="{F8EFAD66-3F35-4A9F-8D3C-0784FA90EA4B}" srcOrd="3" destOrd="0" presId="urn:microsoft.com/office/officeart/2018/2/layout/IconVerticalSolidList"/>
    <dgm:cxn modelId="{5A01FACD-89AE-4EDB-AA0C-6AA09404BAF1}" type="presParOf" srcId="{9F153672-2CD9-4497-AE65-E26210573172}" destId="{E2E3B68C-5F8A-43E8-8DC1-000B49C7C20C}" srcOrd="5" destOrd="0" presId="urn:microsoft.com/office/officeart/2018/2/layout/IconVerticalSolidList"/>
    <dgm:cxn modelId="{E60D1912-D468-41DA-9A12-57563B68BB18}" type="presParOf" srcId="{9F153672-2CD9-4497-AE65-E26210573172}" destId="{8A21A9CE-30BB-4EE3-9305-EAE21776E0C3}" srcOrd="6" destOrd="0" presId="urn:microsoft.com/office/officeart/2018/2/layout/IconVerticalSolidList"/>
    <dgm:cxn modelId="{197AFB54-4DA1-433C-A83F-F7EABD249F94}" type="presParOf" srcId="{8A21A9CE-30BB-4EE3-9305-EAE21776E0C3}" destId="{96BCE963-904C-4195-97AF-968C91DD6BF3}" srcOrd="0" destOrd="0" presId="urn:microsoft.com/office/officeart/2018/2/layout/IconVerticalSolidList"/>
    <dgm:cxn modelId="{DD13472D-6620-45DE-BE30-C1FC213A5F8F}" type="presParOf" srcId="{8A21A9CE-30BB-4EE3-9305-EAE21776E0C3}" destId="{21F4BF1A-576F-4923-988E-A267FE68A71B}" srcOrd="1" destOrd="0" presId="urn:microsoft.com/office/officeart/2018/2/layout/IconVerticalSolidList"/>
    <dgm:cxn modelId="{F939D589-6DDF-47D7-A993-48D2C019FE8C}" type="presParOf" srcId="{8A21A9CE-30BB-4EE3-9305-EAE21776E0C3}" destId="{84C36419-F514-40CB-B539-72C9DBE2B3D7}" srcOrd="2" destOrd="0" presId="urn:microsoft.com/office/officeart/2018/2/layout/IconVerticalSolidList"/>
    <dgm:cxn modelId="{529E7185-1DAF-4D91-ACF4-41F84DFF8247}" type="presParOf" srcId="{8A21A9CE-30BB-4EE3-9305-EAE21776E0C3}" destId="{84D4B8E7-A5BC-4E97-B4AE-2F1268B7FF8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5BBD6C-DC50-4ED5-A57F-42025A8A35D0}"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US"/>
        </a:p>
      </dgm:t>
    </dgm:pt>
    <dgm:pt modelId="{513CF628-E6B8-4BC4-BFA9-E903C2B3C79B}">
      <dgm:prSet/>
      <dgm:spPr/>
      <dgm:t>
        <a:bodyPr/>
        <a:lstStyle/>
        <a:p>
          <a:pPr>
            <a:defRPr b="1"/>
          </a:pPr>
          <a:r>
            <a:rPr lang="en-GB" b="0" i="0"/>
            <a:t>Web App:</a:t>
          </a:r>
          <a:endParaRPr lang="en-US"/>
        </a:p>
      </dgm:t>
    </dgm:pt>
    <dgm:pt modelId="{CE98AF75-93C9-44EF-BBB3-DF4D8F6B33EE}" type="parTrans" cxnId="{158BF112-97BB-453D-8665-A015DEA1E8A2}">
      <dgm:prSet/>
      <dgm:spPr/>
      <dgm:t>
        <a:bodyPr/>
        <a:lstStyle/>
        <a:p>
          <a:endParaRPr lang="en-US"/>
        </a:p>
      </dgm:t>
    </dgm:pt>
    <dgm:pt modelId="{61E07CC0-CE35-45B7-BEFF-FBECFBD7ED6A}" type="sibTrans" cxnId="{158BF112-97BB-453D-8665-A015DEA1E8A2}">
      <dgm:prSet/>
      <dgm:spPr/>
      <dgm:t>
        <a:bodyPr/>
        <a:lstStyle/>
        <a:p>
          <a:endParaRPr lang="en-US"/>
        </a:p>
      </dgm:t>
    </dgm:pt>
    <dgm:pt modelId="{380C3F93-ED93-41E1-8BDB-69EBB6044B33}">
      <dgm:prSet/>
      <dgm:spPr/>
      <dgm:t>
        <a:bodyPr/>
        <a:lstStyle/>
        <a:p>
          <a:r>
            <a:rPr lang="en-GB" b="0" i="0"/>
            <a:t>Vite</a:t>
          </a:r>
          <a:endParaRPr lang="en-US"/>
        </a:p>
      </dgm:t>
    </dgm:pt>
    <dgm:pt modelId="{28C44A08-B05C-4662-A03C-FEF27A1BB55F}" type="parTrans" cxnId="{D70BDF77-06B8-4613-9675-07608A096C90}">
      <dgm:prSet/>
      <dgm:spPr/>
      <dgm:t>
        <a:bodyPr/>
        <a:lstStyle/>
        <a:p>
          <a:endParaRPr lang="en-US"/>
        </a:p>
      </dgm:t>
    </dgm:pt>
    <dgm:pt modelId="{66312780-FF9D-4E11-903B-BFF9D2F265E7}" type="sibTrans" cxnId="{D70BDF77-06B8-4613-9675-07608A096C90}">
      <dgm:prSet/>
      <dgm:spPr/>
      <dgm:t>
        <a:bodyPr/>
        <a:lstStyle/>
        <a:p>
          <a:endParaRPr lang="en-US"/>
        </a:p>
      </dgm:t>
    </dgm:pt>
    <dgm:pt modelId="{2DFCFB67-D9BB-4FBC-9C09-B90EDF96F235}">
      <dgm:prSet/>
      <dgm:spPr/>
      <dgm:t>
        <a:bodyPr/>
        <a:lstStyle/>
        <a:p>
          <a:r>
            <a:rPr lang="en-GB" b="0" i="0"/>
            <a:t>NodeJS</a:t>
          </a:r>
          <a:endParaRPr lang="en-US"/>
        </a:p>
      </dgm:t>
    </dgm:pt>
    <dgm:pt modelId="{9934FAB2-BFD1-43B9-B439-1A07B43E5809}" type="parTrans" cxnId="{39B06100-65AD-43CF-9F75-30FFD34EA40A}">
      <dgm:prSet/>
      <dgm:spPr/>
      <dgm:t>
        <a:bodyPr/>
        <a:lstStyle/>
        <a:p>
          <a:endParaRPr lang="en-US"/>
        </a:p>
      </dgm:t>
    </dgm:pt>
    <dgm:pt modelId="{0351B71F-2030-424C-B9E3-3E83927302F0}" type="sibTrans" cxnId="{39B06100-65AD-43CF-9F75-30FFD34EA40A}">
      <dgm:prSet/>
      <dgm:spPr/>
      <dgm:t>
        <a:bodyPr/>
        <a:lstStyle/>
        <a:p>
          <a:endParaRPr lang="en-US"/>
        </a:p>
      </dgm:t>
    </dgm:pt>
    <dgm:pt modelId="{59F9FB76-772D-43C7-A178-BE15E0B76255}">
      <dgm:prSet/>
      <dgm:spPr/>
      <dgm:t>
        <a:bodyPr/>
        <a:lstStyle/>
        <a:p>
          <a:r>
            <a:rPr lang="en-GB" b="0" i="0"/>
            <a:t>Drizzle ORM</a:t>
          </a:r>
          <a:endParaRPr lang="en-US"/>
        </a:p>
      </dgm:t>
    </dgm:pt>
    <dgm:pt modelId="{2E0D8559-A9AD-4597-B6C9-249AF99B9AE3}" type="parTrans" cxnId="{B89931A8-14E8-48AB-9CE6-CBA29410DDC3}">
      <dgm:prSet/>
      <dgm:spPr/>
      <dgm:t>
        <a:bodyPr/>
        <a:lstStyle/>
        <a:p>
          <a:endParaRPr lang="en-US"/>
        </a:p>
      </dgm:t>
    </dgm:pt>
    <dgm:pt modelId="{3F26D15D-2C8E-4F97-A543-6CCB51F9AC8C}" type="sibTrans" cxnId="{B89931A8-14E8-48AB-9CE6-CBA29410DDC3}">
      <dgm:prSet/>
      <dgm:spPr/>
      <dgm:t>
        <a:bodyPr/>
        <a:lstStyle/>
        <a:p>
          <a:endParaRPr lang="en-US"/>
        </a:p>
      </dgm:t>
    </dgm:pt>
    <dgm:pt modelId="{D91B39A3-A466-495B-9DD8-5C751EAC5A44}">
      <dgm:prSet/>
      <dgm:spPr/>
      <dgm:t>
        <a:bodyPr/>
        <a:lstStyle/>
        <a:p>
          <a:r>
            <a:rPr lang="en-GB" b="0" i="0"/>
            <a:t>PostgreSQL</a:t>
          </a:r>
          <a:endParaRPr lang="en-US"/>
        </a:p>
      </dgm:t>
    </dgm:pt>
    <dgm:pt modelId="{AF60CF92-B7BC-4CEE-BE56-5B98AD996C9D}" type="parTrans" cxnId="{EA6BFD0C-8F0E-42B1-8E31-D7CEDF3D0C7A}">
      <dgm:prSet/>
      <dgm:spPr/>
      <dgm:t>
        <a:bodyPr/>
        <a:lstStyle/>
        <a:p>
          <a:endParaRPr lang="en-US"/>
        </a:p>
      </dgm:t>
    </dgm:pt>
    <dgm:pt modelId="{A8F75DC2-DE85-401C-B27E-1035A51FF8B7}" type="sibTrans" cxnId="{EA6BFD0C-8F0E-42B1-8E31-D7CEDF3D0C7A}">
      <dgm:prSet/>
      <dgm:spPr/>
      <dgm:t>
        <a:bodyPr/>
        <a:lstStyle/>
        <a:p>
          <a:endParaRPr lang="en-US"/>
        </a:p>
      </dgm:t>
    </dgm:pt>
    <dgm:pt modelId="{0A9A0274-907A-4308-8805-836055A8B2AA}">
      <dgm:prSet/>
      <dgm:spPr/>
      <dgm:t>
        <a:bodyPr/>
        <a:lstStyle/>
        <a:p>
          <a:pPr>
            <a:defRPr b="1"/>
          </a:pPr>
          <a:r>
            <a:rPr lang="en-GB" b="0" i="0"/>
            <a:t>Mobile App:</a:t>
          </a:r>
          <a:endParaRPr lang="en-US"/>
        </a:p>
      </dgm:t>
    </dgm:pt>
    <dgm:pt modelId="{EF563CF9-22F5-42D6-B333-591C44502D75}" type="parTrans" cxnId="{E80DC23C-359B-4C37-ADB2-78C3E8B01816}">
      <dgm:prSet/>
      <dgm:spPr/>
      <dgm:t>
        <a:bodyPr/>
        <a:lstStyle/>
        <a:p>
          <a:endParaRPr lang="en-US"/>
        </a:p>
      </dgm:t>
    </dgm:pt>
    <dgm:pt modelId="{578ABA60-4126-4274-BA4E-105BDF66A3E1}" type="sibTrans" cxnId="{E80DC23C-359B-4C37-ADB2-78C3E8B01816}">
      <dgm:prSet/>
      <dgm:spPr/>
      <dgm:t>
        <a:bodyPr/>
        <a:lstStyle/>
        <a:p>
          <a:endParaRPr lang="en-US"/>
        </a:p>
      </dgm:t>
    </dgm:pt>
    <dgm:pt modelId="{E8F9BD87-F44D-48ED-95DA-CFC0AF210F89}">
      <dgm:prSet/>
      <dgm:spPr/>
      <dgm:t>
        <a:bodyPr/>
        <a:lstStyle/>
        <a:p>
          <a:r>
            <a:rPr lang="en-GB" b="0" i="0"/>
            <a:t>React-Native</a:t>
          </a:r>
          <a:endParaRPr lang="en-US"/>
        </a:p>
      </dgm:t>
    </dgm:pt>
    <dgm:pt modelId="{60D86BF5-DB79-477E-9D4C-9E2CDFB069B7}" type="parTrans" cxnId="{2A54E32D-36B9-4E92-9C7A-BBEF5943E9CC}">
      <dgm:prSet/>
      <dgm:spPr/>
      <dgm:t>
        <a:bodyPr/>
        <a:lstStyle/>
        <a:p>
          <a:endParaRPr lang="en-US"/>
        </a:p>
      </dgm:t>
    </dgm:pt>
    <dgm:pt modelId="{CD037B93-6EDD-4562-A2FF-493F51F54EDA}" type="sibTrans" cxnId="{2A54E32D-36B9-4E92-9C7A-BBEF5943E9CC}">
      <dgm:prSet/>
      <dgm:spPr/>
      <dgm:t>
        <a:bodyPr/>
        <a:lstStyle/>
        <a:p>
          <a:endParaRPr lang="en-US"/>
        </a:p>
      </dgm:t>
    </dgm:pt>
    <dgm:pt modelId="{F4600747-1705-4DCB-8CF1-1F2805A2ACF2}">
      <dgm:prSet/>
      <dgm:spPr/>
      <dgm:t>
        <a:bodyPr/>
        <a:lstStyle/>
        <a:p>
          <a:r>
            <a:rPr lang="en-US" err="1"/>
            <a:t>Tanstack</a:t>
          </a:r>
          <a:r>
            <a:rPr lang="en-US"/>
            <a:t> Router</a:t>
          </a:r>
        </a:p>
      </dgm:t>
    </dgm:pt>
    <dgm:pt modelId="{BA4B6D39-9018-453F-B444-4C07B3426CDA}" type="parTrans" cxnId="{B0AC369C-A02E-4556-AE37-21B5F8F59F3E}">
      <dgm:prSet/>
      <dgm:spPr/>
      <dgm:t>
        <a:bodyPr/>
        <a:lstStyle/>
        <a:p>
          <a:endParaRPr lang="en-CA"/>
        </a:p>
      </dgm:t>
    </dgm:pt>
    <dgm:pt modelId="{EEE38DD4-395B-4706-9C25-85CE96DEFBD0}" type="sibTrans" cxnId="{B0AC369C-A02E-4556-AE37-21B5F8F59F3E}">
      <dgm:prSet/>
      <dgm:spPr/>
      <dgm:t>
        <a:bodyPr/>
        <a:lstStyle/>
        <a:p>
          <a:endParaRPr lang="en-CA"/>
        </a:p>
      </dgm:t>
    </dgm:pt>
    <dgm:pt modelId="{A18C3141-DA8A-444A-98E0-739C2A476B9D}">
      <dgm:prSet/>
      <dgm:spPr/>
      <dgm:t>
        <a:bodyPr/>
        <a:lstStyle/>
        <a:p>
          <a:r>
            <a:rPr lang="en-GB" b="0" i="0"/>
            <a:t>Expo</a:t>
          </a:r>
          <a:endParaRPr lang="en-US"/>
        </a:p>
      </dgm:t>
    </dgm:pt>
    <dgm:pt modelId="{AFA8EBE7-E8A4-4E34-9751-D9B3ECE85802}" type="parTrans" cxnId="{9CC2AF60-620E-4E83-8CD9-34E9CB2D0F47}">
      <dgm:prSet/>
      <dgm:spPr/>
      <dgm:t>
        <a:bodyPr/>
        <a:lstStyle/>
        <a:p>
          <a:endParaRPr lang="en-CA"/>
        </a:p>
      </dgm:t>
    </dgm:pt>
    <dgm:pt modelId="{98BE8D65-619F-499F-BA35-B9C57B7998EA}" type="sibTrans" cxnId="{9CC2AF60-620E-4E83-8CD9-34E9CB2D0F47}">
      <dgm:prSet/>
      <dgm:spPr/>
      <dgm:t>
        <a:bodyPr/>
        <a:lstStyle/>
        <a:p>
          <a:endParaRPr lang="en-CA"/>
        </a:p>
      </dgm:t>
    </dgm:pt>
    <dgm:pt modelId="{B3E51CEC-92FC-4BFA-93A3-F4D3C4F5150E}" type="pres">
      <dgm:prSet presAssocID="{4A5BBD6C-DC50-4ED5-A57F-42025A8A35D0}" presName="Name0" presStyleCnt="0">
        <dgm:presLayoutVars>
          <dgm:dir/>
          <dgm:animLvl val="lvl"/>
          <dgm:resizeHandles val="exact"/>
        </dgm:presLayoutVars>
      </dgm:prSet>
      <dgm:spPr/>
    </dgm:pt>
    <dgm:pt modelId="{E6387699-D8A5-46BA-AB1C-75D7DFEA0E7E}" type="pres">
      <dgm:prSet presAssocID="{513CF628-E6B8-4BC4-BFA9-E903C2B3C79B}" presName="linNode" presStyleCnt="0"/>
      <dgm:spPr/>
    </dgm:pt>
    <dgm:pt modelId="{0C1A75B6-39AA-4889-ACEA-AC707A882A70}" type="pres">
      <dgm:prSet presAssocID="{513CF628-E6B8-4BC4-BFA9-E903C2B3C79B}" presName="parentText" presStyleLbl="node1" presStyleIdx="0" presStyleCnt="2">
        <dgm:presLayoutVars>
          <dgm:chMax val="1"/>
          <dgm:bulletEnabled val="1"/>
        </dgm:presLayoutVars>
      </dgm:prSet>
      <dgm:spPr/>
    </dgm:pt>
    <dgm:pt modelId="{BC2AAC9F-2C4D-4A04-BDA6-E3B0E2A7999C}" type="pres">
      <dgm:prSet presAssocID="{513CF628-E6B8-4BC4-BFA9-E903C2B3C79B}" presName="descendantText" presStyleLbl="alignAccFollowNode1" presStyleIdx="0" presStyleCnt="2">
        <dgm:presLayoutVars>
          <dgm:bulletEnabled val="1"/>
        </dgm:presLayoutVars>
      </dgm:prSet>
      <dgm:spPr/>
    </dgm:pt>
    <dgm:pt modelId="{C6E2D1F0-8F5A-421E-B700-33F71B63A149}" type="pres">
      <dgm:prSet presAssocID="{61E07CC0-CE35-45B7-BEFF-FBECFBD7ED6A}" presName="sp" presStyleCnt="0"/>
      <dgm:spPr/>
    </dgm:pt>
    <dgm:pt modelId="{AD24422E-AB4C-4BDA-A27A-E3602863D1B5}" type="pres">
      <dgm:prSet presAssocID="{0A9A0274-907A-4308-8805-836055A8B2AA}" presName="linNode" presStyleCnt="0"/>
      <dgm:spPr/>
    </dgm:pt>
    <dgm:pt modelId="{2BC901FC-CDFF-47E3-8986-4B3F4AC2ED80}" type="pres">
      <dgm:prSet presAssocID="{0A9A0274-907A-4308-8805-836055A8B2AA}" presName="parentText" presStyleLbl="node1" presStyleIdx="1" presStyleCnt="2">
        <dgm:presLayoutVars>
          <dgm:chMax val="1"/>
          <dgm:bulletEnabled val="1"/>
        </dgm:presLayoutVars>
      </dgm:prSet>
      <dgm:spPr/>
    </dgm:pt>
    <dgm:pt modelId="{705D89F8-2D7C-4134-AF82-1DADDE60F7E2}" type="pres">
      <dgm:prSet presAssocID="{0A9A0274-907A-4308-8805-836055A8B2AA}" presName="descendantText" presStyleLbl="alignAccFollowNode1" presStyleIdx="1" presStyleCnt="2">
        <dgm:presLayoutVars>
          <dgm:bulletEnabled val="1"/>
        </dgm:presLayoutVars>
      </dgm:prSet>
      <dgm:spPr/>
    </dgm:pt>
  </dgm:ptLst>
  <dgm:cxnLst>
    <dgm:cxn modelId="{39B06100-65AD-43CF-9F75-30FFD34EA40A}" srcId="{513CF628-E6B8-4BC4-BFA9-E903C2B3C79B}" destId="{2DFCFB67-D9BB-4FBC-9C09-B90EDF96F235}" srcOrd="1" destOrd="0" parTransId="{9934FAB2-BFD1-43B9-B439-1A07B43E5809}" sibTransId="{0351B71F-2030-424C-B9E3-3E83927302F0}"/>
    <dgm:cxn modelId="{EA6BFD0C-8F0E-42B1-8E31-D7CEDF3D0C7A}" srcId="{513CF628-E6B8-4BC4-BFA9-E903C2B3C79B}" destId="{D91B39A3-A466-495B-9DD8-5C751EAC5A44}" srcOrd="4" destOrd="0" parTransId="{AF60CF92-B7BC-4CEE-BE56-5B98AD996C9D}" sibTransId="{A8F75DC2-DE85-401C-B27E-1035A51FF8B7}"/>
    <dgm:cxn modelId="{01B79410-7830-4426-A96F-FB910F789166}" type="presOf" srcId="{4A5BBD6C-DC50-4ED5-A57F-42025A8A35D0}" destId="{B3E51CEC-92FC-4BFA-93A3-F4D3C4F5150E}" srcOrd="0" destOrd="0" presId="urn:microsoft.com/office/officeart/2005/8/layout/vList5"/>
    <dgm:cxn modelId="{158BF112-97BB-453D-8665-A015DEA1E8A2}" srcId="{4A5BBD6C-DC50-4ED5-A57F-42025A8A35D0}" destId="{513CF628-E6B8-4BC4-BFA9-E903C2B3C79B}" srcOrd="0" destOrd="0" parTransId="{CE98AF75-93C9-44EF-BBB3-DF4D8F6B33EE}" sibTransId="{61E07CC0-CE35-45B7-BEFF-FBECFBD7ED6A}"/>
    <dgm:cxn modelId="{FB871C22-CAE2-4610-BBB8-4B9F2B714F52}" type="presOf" srcId="{59F9FB76-772D-43C7-A178-BE15E0B76255}" destId="{BC2AAC9F-2C4D-4A04-BDA6-E3B0E2A7999C}" srcOrd="0" destOrd="3" presId="urn:microsoft.com/office/officeart/2005/8/layout/vList5"/>
    <dgm:cxn modelId="{2A54E32D-36B9-4E92-9C7A-BBEF5943E9CC}" srcId="{0A9A0274-907A-4308-8805-836055A8B2AA}" destId="{E8F9BD87-F44D-48ED-95DA-CFC0AF210F89}" srcOrd="0" destOrd="0" parTransId="{60D86BF5-DB79-477E-9D4C-9E2CDFB069B7}" sibTransId="{CD037B93-6EDD-4562-A2FF-493F51F54EDA}"/>
    <dgm:cxn modelId="{E80DC23C-359B-4C37-ADB2-78C3E8B01816}" srcId="{4A5BBD6C-DC50-4ED5-A57F-42025A8A35D0}" destId="{0A9A0274-907A-4308-8805-836055A8B2AA}" srcOrd="1" destOrd="0" parTransId="{EF563CF9-22F5-42D6-B333-591C44502D75}" sibTransId="{578ABA60-4126-4274-BA4E-105BDF66A3E1}"/>
    <dgm:cxn modelId="{D731945C-59E0-42BE-B9DC-B605C5DDF5D5}" type="presOf" srcId="{D91B39A3-A466-495B-9DD8-5C751EAC5A44}" destId="{BC2AAC9F-2C4D-4A04-BDA6-E3B0E2A7999C}" srcOrd="0" destOrd="4" presId="urn:microsoft.com/office/officeart/2005/8/layout/vList5"/>
    <dgm:cxn modelId="{9CC2AF60-620E-4E83-8CD9-34E9CB2D0F47}" srcId="{0A9A0274-907A-4308-8805-836055A8B2AA}" destId="{A18C3141-DA8A-444A-98E0-739C2A476B9D}" srcOrd="1" destOrd="0" parTransId="{AFA8EBE7-E8A4-4E34-9751-D9B3ECE85802}" sibTransId="{98BE8D65-619F-499F-BA35-B9C57B7998EA}"/>
    <dgm:cxn modelId="{C1C56243-75C4-4170-A8CA-5DDCB3337DC9}" type="presOf" srcId="{2DFCFB67-D9BB-4FBC-9C09-B90EDF96F235}" destId="{BC2AAC9F-2C4D-4A04-BDA6-E3B0E2A7999C}" srcOrd="0" destOrd="1" presId="urn:microsoft.com/office/officeart/2005/8/layout/vList5"/>
    <dgm:cxn modelId="{9406AA66-5A60-4124-875C-948E1428B1F3}" type="presOf" srcId="{F4600747-1705-4DCB-8CF1-1F2805A2ACF2}" destId="{BC2AAC9F-2C4D-4A04-BDA6-E3B0E2A7999C}" srcOrd="0" destOrd="2" presId="urn:microsoft.com/office/officeart/2005/8/layout/vList5"/>
    <dgm:cxn modelId="{B6AEA376-658C-4BC9-92AA-4B96969629F6}" type="presOf" srcId="{E8F9BD87-F44D-48ED-95DA-CFC0AF210F89}" destId="{705D89F8-2D7C-4134-AF82-1DADDE60F7E2}" srcOrd="0" destOrd="0" presId="urn:microsoft.com/office/officeart/2005/8/layout/vList5"/>
    <dgm:cxn modelId="{D70BDF77-06B8-4613-9675-07608A096C90}" srcId="{513CF628-E6B8-4BC4-BFA9-E903C2B3C79B}" destId="{380C3F93-ED93-41E1-8BDB-69EBB6044B33}" srcOrd="0" destOrd="0" parTransId="{28C44A08-B05C-4662-A03C-FEF27A1BB55F}" sibTransId="{66312780-FF9D-4E11-903B-BFF9D2F265E7}"/>
    <dgm:cxn modelId="{63081584-A534-4E19-A927-C883007EAA4C}" type="presOf" srcId="{0A9A0274-907A-4308-8805-836055A8B2AA}" destId="{2BC901FC-CDFF-47E3-8986-4B3F4AC2ED80}" srcOrd="0" destOrd="0" presId="urn:microsoft.com/office/officeart/2005/8/layout/vList5"/>
    <dgm:cxn modelId="{B0AC369C-A02E-4556-AE37-21B5F8F59F3E}" srcId="{513CF628-E6B8-4BC4-BFA9-E903C2B3C79B}" destId="{F4600747-1705-4DCB-8CF1-1F2805A2ACF2}" srcOrd="2" destOrd="0" parTransId="{BA4B6D39-9018-453F-B444-4C07B3426CDA}" sibTransId="{EEE38DD4-395B-4706-9C25-85CE96DEFBD0}"/>
    <dgm:cxn modelId="{B89931A8-14E8-48AB-9CE6-CBA29410DDC3}" srcId="{513CF628-E6B8-4BC4-BFA9-E903C2B3C79B}" destId="{59F9FB76-772D-43C7-A178-BE15E0B76255}" srcOrd="3" destOrd="0" parTransId="{2E0D8559-A9AD-4597-B6C9-249AF99B9AE3}" sibTransId="{3F26D15D-2C8E-4F97-A543-6CCB51F9AC8C}"/>
    <dgm:cxn modelId="{2AD2D3BF-E130-482D-A661-FD74968C207D}" type="presOf" srcId="{513CF628-E6B8-4BC4-BFA9-E903C2B3C79B}" destId="{0C1A75B6-39AA-4889-ACEA-AC707A882A70}" srcOrd="0" destOrd="0" presId="urn:microsoft.com/office/officeart/2005/8/layout/vList5"/>
    <dgm:cxn modelId="{953868CA-046E-4E8D-8D43-27F0B2B7BB5F}" type="presOf" srcId="{A18C3141-DA8A-444A-98E0-739C2A476B9D}" destId="{705D89F8-2D7C-4134-AF82-1DADDE60F7E2}" srcOrd="0" destOrd="1" presId="urn:microsoft.com/office/officeart/2005/8/layout/vList5"/>
    <dgm:cxn modelId="{BA756AE7-9FE9-4A7E-AC82-2DFEAFFE76FD}" type="presOf" srcId="{380C3F93-ED93-41E1-8BDB-69EBB6044B33}" destId="{BC2AAC9F-2C4D-4A04-BDA6-E3B0E2A7999C}" srcOrd="0" destOrd="0" presId="urn:microsoft.com/office/officeart/2005/8/layout/vList5"/>
    <dgm:cxn modelId="{07EB491A-B326-49BE-9BA1-60FD61D82A72}" type="presParOf" srcId="{B3E51CEC-92FC-4BFA-93A3-F4D3C4F5150E}" destId="{E6387699-D8A5-46BA-AB1C-75D7DFEA0E7E}" srcOrd="0" destOrd="0" presId="urn:microsoft.com/office/officeart/2005/8/layout/vList5"/>
    <dgm:cxn modelId="{30992AB5-7DBD-425C-B09B-4BD378477F9D}" type="presParOf" srcId="{E6387699-D8A5-46BA-AB1C-75D7DFEA0E7E}" destId="{0C1A75B6-39AA-4889-ACEA-AC707A882A70}" srcOrd="0" destOrd="0" presId="urn:microsoft.com/office/officeart/2005/8/layout/vList5"/>
    <dgm:cxn modelId="{E9DD09C7-5B33-4E20-9EB8-E78AC5D64ACE}" type="presParOf" srcId="{E6387699-D8A5-46BA-AB1C-75D7DFEA0E7E}" destId="{BC2AAC9F-2C4D-4A04-BDA6-E3B0E2A7999C}" srcOrd="1" destOrd="0" presId="urn:microsoft.com/office/officeart/2005/8/layout/vList5"/>
    <dgm:cxn modelId="{749034F4-3CC9-4621-B8AD-5C7907A24E1C}" type="presParOf" srcId="{B3E51CEC-92FC-4BFA-93A3-F4D3C4F5150E}" destId="{C6E2D1F0-8F5A-421E-B700-33F71B63A149}" srcOrd="1" destOrd="0" presId="urn:microsoft.com/office/officeart/2005/8/layout/vList5"/>
    <dgm:cxn modelId="{91353253-CA97-499E-B723-5F94898839C7}" type="presParOf" srcId="{B3E51CEC-92FC-4BFA-93A3-F4D3C4F5150E}" destId="{AD24422E-AB4C-4BDA-A27A-E3602863D1B5}" srcOrd="2" destOrd="0" presId="urn:microsoft.com/office/officeart/2005/8/layout/vList5"/>
    <dgm:cxn modelId="{3EA16E88-8141-45EA-83FB-0444BD593058}" type="presParOf" srcId="{AD24422E-AB4C-4BDA-A27A-E3602863D1B5}" destId="{2BC901FC-CDFF-47E3-8986-4B3F4AC2ED80}" srcOrd="0" destOrd="0" presId="urn:microsoft.com/office/officeart/2005/8/layout/vList5"/>
    <dgm:cxn modelId="{2C9A79DC-4C0E-49BA-8616-FBA6D2DCAE74}" type="presParOf" srcId="{AD24422E-AB4C-4BDA-A27A-E3602863D1B5}" destId="{705D89F8-2D7C-4134-AF82-1DADDE60F7E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E1F85C-94D1-41DE-A8F6-AF1651ED76B3}" type="doc">
      <dgm:prSet loTypeId="urn:microsoft.com/office/officeart/2005/8/layout/default" loCatId="list" qsTypeId="urn:microsoft.com/office/officeart/2005/8/quickstyle/simple1" qsCatId="simple" csTypeId="urn:microsoft.com/office/officeart/2005/8/colors/colorful4" csCatId="colorful"/>
      <dgm:spPr/>
      <dgm:t>
        <a:bodyPr/>
        <a:lstStyle/>
        <a:p>
          <a:endParaRPr lang="en-US"/>
        </a:p>
      </dgm:t>
    </dgm:pt>
    <dgm:pt modelId="{154E66EE-94D7-4C17-8B3B-10135DD5A2C8}">
      <dgm:prSet/>
      <dgm:spPr/>
      <dgm:t>
        <a:bodyPr/>
        <a:lstStyle/>
        <a:p>
          <a:r>
            <a:rPr lang="en-GB" b="0" i="0"/>
            <a:t>Fast Development and Debugging</a:t>
          </a:r>
          <a:endParaRPr lang="en-US"/>
        </a:p>
      </dgm:t>
    </dgm:pt>
    <dgm:pt modelId="{99A52B94-125F-4E73-9219-96CD2DC4644A}" type="parTrans" cxnId="{150F9923-9B86-4964-9401-D932930D105F}">
      <dgm:prSet/>
      <dgm:spPr/>
      <dgm:t>
        <a:bodyPr/>
        <a:lstStyle/>
        <a:p>
          <a:endParaRPr lang="en-US"/>
        </a:p>
      </dgm:t>
    </dgm:pt>
    <dgm:pt modelId="{2AF1DDC2-7FBB-4D33-A159-5C328631B25B}" type="sibTrans" cxnId="{150F9923-9B86-4964-9401-D932930D105F}">
      <dgm:prSet/>
      <dgm:spPr/>
      <dgm:t>
        <a:bodyPr/>
        <a:lstStyle/>
        <a:p>
          <a:endParaRPr lang="en-US"/>
        </a:p>
      </dgm:t>
    </dgm:pt>
    <dgm:pt modelId="{D12CDB57-B96C-41CD-A969-A1F780205799}">
      <dgm:prSet/>
      <dgm:spPr/>
      <dgm:t>
        <a:bodyPr/>
        <a:lstStyle/>
        <a:p>
          <a:r>
            <a:rPr lang="en-GB" b="0" i="0"/>
            <a:t>Easy to Deploy</a:t>
          </a:r>
          <a:endParaRPr lang="en-US"/>
        </a:p>
      </dgm:t>
    </dgm:pt>
    <dgm:pt modelId="{19360C49-04DF-4D37-BF22-15A31FF13039}" type="parTrans" cxnId="{C64CE990-F1BF-4BEF-AA3B-D562D3530754}">
      <dgm:prSet/>
      <dgm:spPr/>
      <dgm:t>
        <a:bodyPr/>
        <a:lstStyle/>
        <a:p>
          <a:endParaRPr lang="en-US"/>
        </a:p>
      </dgm:t>
    </dgm:pt>
    <dgm:pt modelId="{422A6144-0ACA-4C1D-92BE-CF63DE2444D3}" type="sibTrans" cxnId="{C64CE990-F1BF-4BEF-AA3B-D562D3530754}">
      <dgm:prSet/>
      <dgm:spPr/>
      <dgm:t>
        <a:bodyPr/>
        <a:lstStyle/>
        <a:p>
          <a:endParaRPr lang="en-US"/>
        </a:p>
      </dgm:t>
    </dgm:pt>
    <dgm:pt modelId="{6C766BA2-E47B-4B91-8194-47D20388E988}">
      <dgm:prSet/>
      <dgm:spPr/>
      <dgm:t>
        <a:bodyPr/>
        <a:lstStyle/>
        <a:p>
          <a:r>
            <a:rPr lang="en-GB" b="0" i="0"/>
            <a:t>Easy Expandability and Modularity through Packages</a:t>
          </a:r>
          <a:endParaRPr lang="en-US"/>
        </a:p>
      </dgm:t>
    </dgm:pt>
    <dgm:pt modelId="{285FCDB2-5E43-42F5-AB0B-7506418BDF48}" type="parTrans" cxnId="{5EBF1CF6-F1D2-48CB-B510-6CB516E8552F}">
      <dgm:prSet/>
      <dgm:spPr/>
      <dgm:t>
        <a:bodyPr/>
        <a:lstStyle/>
        <a:p>
          <a:endParaRPr lang="en-US"/>
        </a:p>
      </dgm:t>
    </dgm:pt>
    <dgm:pt modelId="{6DFEFEF5-0A65-45C6-B464-2251BFB057BF}" type="sibTrans" cxnId="{5EBF1CF6-F1D2-48CB-B510-6CB516E8552F}">
      <dgm:prSet/>
      <dgm:spPr/>
      <dgm:t>
        <a:bodyPr/>
        <a:lstStyle/>
        <a:p>
          <a:endParaRPr lang="en-US"/>
        </a:p>
      </dgm:t>
    </dgm:pt>
    <dgm:pt modelId="{BC606C32-79F8-4747-BD7A-4F34DD09F1C7}">
      <dgm:prSet/>
      <dgm:spPr/>
      <dgm:t>
        <a:bodyPr/>
        <a:lstStyle/>
        <a:p>
          <a:r>
            <a:rPr lang="en-GB" b="0" i="0"/>
            <a:t>Universal Compatibility on various platforms </a:t>
          </a:r>
          <a:endParaRPr lang="en-US"/>
        </a:p>
      </dgm:t>
    </dgm:pt>
    <dgm:pt modelId="{D7739AEA-5CDD-4D8B-B1A6-D1E5E27507A1}" type="parTrans" cxnId="{043519E7-D7CD-48BC-8CFF-E85671D6487C}">
      <dgm:prSet/>
      <dgm:spPr/>
      <dgm:t>
        <a:bodyPr/>
        <a:lstStyle/>
        <a:p>
          <a:endParaRPr lang="en-US"/>
        </a:p>
      </dgm:t>
    </dgm:pt>
    <dgm:pt modelId="{A9F35713-CF8A-4359-BF2A-AF4B25968E77}" type="sibTrans" cxnId="{043519E7-D7CD-48BC-8CFF-E85671D6487C}">
      <dgm:prSet/>
      <dgm:spPr/>
      <dgm:t>
        <a:bodyPr/>
        <a:lstStyle/>
        <a:p>
          <a:endParaRPr lang="en-US"/>
        </a:p>
      </dgm:t>
    </dgm:pt>
    <dgm:pt modelId="{180B0F3A-0EDE-4B12-90DA-2C2CDB0289B0}" type="pres">
      <dgm:prSet presAssocID="{D6E1F85C-94D1-41DE-A8F6-AF1651ED76B3}" presName="diagram" presStyleCnt="0">
        <dgm:presLayoutVars>
          <dgm:dir/>
          <dgm:resizeHandles val="exact"/>
        </dgm:presLayoutVars>
      </dgm:prSet>
      <dgm:spPr/>
    </dgm:pt>
    <dgm:pt modelId="{54117A46-C91E-44FD-A0F7-071D1D95EE4F}" type="pres">
      <dgm:prSet presAssocID="{154E66EE-94D7-4C17-8B3B-10135DD5A2C8}" presName="node" presStyleLbl="node1" presStyleIdx="0" presStyleCnt="4">
        <dgm:presLayoutVars>
          <dgm:bulletEnabled val="1"/>
        </dgm:presLayoutVars>
      </dgm:prSet>
      <dgm:spPr/>
    </dgm:pt>
    <dgm:pt modelId="{3B00E2FE-04B2-473C-971B-875823D09C6F}" type="pres">
      <dgm:prSet presAssocID="{2AF1DDC2-7FBB-4D33-A159-5C328631B25B}" presName="sibTrans" presStyleCnt="0"/>
      <dgm:spPr/>
    </dgm:pt>
    <dgm:pt modelId="{620D188C-33FF-4BD9-81D8-F90B2D00F3D5}" type="pres">
      <dgm:prSet presAssocID="{D12CDB57-B96C-41CD-A969-A1F780205799}" presName="node" presStyleLbl="node1" presStyleIdx="1" presStyleCnt="4">
        <dgm:presLayoutVars>
          <dgm:bulletEnabled val="1"/>
        </dgm:presLayoutVars>
      </dgm:prSet>
      <dgm:spPr/>
    </dgm:pt>
    <dgm:pt modelId="{6D551435-91C8-455A-A972-6AA67165B4C8}" type="pres">
      <dgm:prSet presAssocID="{422A6144-0ACA-4C1D-92BE-CF63DE2444D3}" presName="sibTrans" presStyleCnt="0"/>
      <dgm:spPr/>
    </dgm:pt>
    <dgm:pt modelId="{E1C9E905-CDF5-4497-A8F5-7F2B0D346108}" type="pres">
      <dgm:prSet presAssocID="{6C766BA2-E47B-4B91-8194-47D20388E988}" presName="node" presStyleLbl="node1" presStyleIdx="2" presStyleCnt="4">
        <dgm:presLayoutVars>
          <dgm:bulletEnabled val="1"/>
        </dgm:presLayoutVars>
      </dgm:prSet>
      <dgm:spPr/>
    </dgm:pt>
    <dgm:pt modelId="{6BD2D30D-C9AB-413A-849F-E91C00009FD9}" type="pres">
      <dgm:prSet presAssocID="{6DFEFEF5-0A65-45C6-B464-2251BFB057BF}" presName="sibTrans" presStyleCnt="0"/>
      <dgm:spPr/>
    </dgm:pt>
    <dgm:pt modelId="{7A26DD78-F65B-499B-802C-88CC5F175680}" type="pres">
      <dgm:prSet presAssocID="{BC606C32-79F8-4747-BD7A-4F34DD09F1C7}" presName="node" presStyleLbl="node1" presStyleIdx="3" presStyleCnt="4">
        <dgm:presLayoutVars>
          <dgm:bulletEnabled val="1"/>
        </dgm:presLayoutVars>
      </dgm:prSet>
      <dgm:spPr/>
    </dgm:pt>
  </dgm:ptLst>
  <dgm:cxnLst>
    <dgm:cxn modelId="{A97E3120-70EF-4727-A515-4455EA482467}" type="presOf" srcId="{D12CDB57-B96C-41CD-A969-A1F780205799}" destId="{620D188C-33FF-4BD9-81D8-F90B2D00F3D5}" srcOrd="0" destOrd="0" presId="urn:microsoft.com/office/officeart/2005/8/layout/default"/>
    <dgm:cxn modelId="{150F9923-9B86-4964-9401-D932930D105F}" srcId="{D6E1F85C-94D1-41DE-A8F6-AF1651ED76B3}" destId="{154E66EE-94D7-4C17-8B3B-10135DD5A2C8}" srcOrd="0" destOrd="0" parTransId="{99A52B94-125F-4E73-9219-96CD2DC4644A}" sibTransId="{2AF1DDC2-7FBB-4D33-A159-5C328631B25B}"/>
    <dgm:cxn modelId="{366B8C35-26F3-451F-A873-536DA4FC98D9}" type="presOf" srcId="{BC606C32-79F8-4747-BD7A-4F34DD09F1C7}" destId="{7A26DD78-F65B-499B-802C-88CC5F175680}" srcOrd="0" destOrd="0" presId="urn:microsoft.com/office/officeart/2005/8/layout/default"/>
    <dgm:cxn modelId="{7543C640-5C05-47C2-A45D-0590A8B77909}" type="presOf" srcId="{154E66EE-94D7-4C17-8B3B-10135DD5A2C8}" destId="{54117A46-C91E-44FD-A0F7-071D1D95EE4F}" srcOrd="0" destOrd="0" presId="urn:microsoft.com/office/officeart/2005/8/layout/default"/>
    <dgm:cxn modelId="{C64CE990-F1BF-4BEF-AA3B-D562D3530754}" srcId="{D6E1F85C-94D1-41DE-A8F6-AF1651ED76B3}" destId="{D12CDB57-B96C-41CD-A969-A1F780205799}" srcOrd="1" destOrd="0" parTransId="{19360C49-04DF-4D37-BF22-15A31FF13039}" sibTransId="{422A6144-0ACA-4C1D-92BE-CF63DE2444D3}"/>
    <dgm:cxn modelId="{90A3DFAA-1408-4F28-9DA8-2C729D9981EC}" type="presOf" srcId="{6C766BA2-E47B-4B91-8194-47D20388E988}" destId="{E1C9E905-CDF5-4497-A8F5-7F2B0D346108}" srcOrd="0" destOrd="0" presId="urn:microsoft.com/office/officeart/2005/8/layout/default"/>
    <dgm:cxn modelId="{2D7148DA-EADE-4EF5-8B08-A9AD5A25B240}" type="presOf" srcId="{D6E1F85C-94D1-41DE-A8F6-AF1651ED76B3}" destId="{180B0F3A-0EDE-4B12-90DA-2C2CDB0289B0}" srcOrd="0" destOrd="0" presId="urn:microsoft.com/office/officeart/2005/8/layout/default"/>
    <dgm:cxn modelId="{043519E7-D7CD-48BC-8CFF-E85671D6487C}" srcId="{D6E1F85C-94D1-41DE-A8F6-AF1651ED76B3}" destId="{BC606C32-79F8-4747-BD7A-4F34DD09F1C7}" srcOrd="3" destOrd="0" parTransId="{D7739AEA-5CDD-4D8B-B1A6-D1E5E27507A1}" sibTransId="{A9F35713-CF8A-4359-BF2A-AF4B25968E77}"/>
    <dgm:cxn modelId="{5EBF1CF6-F1D2-48CB-B510-6CB516E8552F}" srcId="{D6E1F85C-94D1-41DE-A8F6-AF1651ED76B3}" destId="{6C766BA2-E47B-4B91-8194-47D20388E988}" srcOrd="2" destOrd="0" parTransId="{285FCDB2-5E43-42F5-AB0B-7506418BDF48}" sibTransId="{6DFEFEF5-0A65-45C6-B464-2251BFB057BF}"/>
    <dgm:cxn modelId="{B63122DF-D925-49FF-B22E-5F1B2D7C0A9A}" type="presParOf" srcId="{180B0F3A-0EDE-4B12-90DA-2C2CDB0289B0}" destId="{54117A46-C91E-44FD-A0F7-071D1D95EE4F}" srcOrd="0" destOrd="0" presId="urn:microsoft.com/office/officeart/2005/8/layout/default"/>
    <dgm:cxn modelId="{91E51FB7-F0DE-4A62-906A-162B4AB803C1}" type="presParOf" srcId="{180B0F3A-0EDE-4B12-90DA-2C2CDB0289B0}" destId="{3B00E2FE-04B2-473C-971B-875823D09C6F}" srcOrd="1" destOrd="0" presId="urn:microsoft.com/office/officeart/2005/8/layout/default"/>
    <dgm:cxn modelId="{52BEF077-F3F7-4AD9-84C6-1FC04B5A70DC}" type="presParOf" srcId="{180B0F3A-0EDE-4B12-90DA-2C2CDB0289B0}" destId="{620D188C-33FF-4BD9-81D8-F90B2D00F3D5}" srcOrd="2" destOrd="0" presId="urn:microsoft.com/office/officeart/2005/8/layout/default"/>
    <dgm:cxn modelId="{F63038F6-5BF8-452D-BF16-697E7A97F39F}" type="presParOf" srcId="{180B0F3A-0EDE-4B12-90DA-2C2CDB0289B0}" destId="{6D551435-91C8-455A-A972-6AA67165B4C8}" srcOrd="3" destOrd="0" presId="urn:microsoft.com/office/officeart/2005/8/layout/default"/>
    <dgm:cxn modelId="{35F99E67-7EC2-433B-BB62-6BEACCD1064F}" type="presParOf" srcId="{180B0F3A-0EDE-4B12-90DA-2C2CDB0289B0}" destId="{E1C9E905-CDF5-4497-A8F5-7F2B0D346108}" srcOrd="4" destOrd="0" presId="urn:microsoft.com/office/officeart/2005/8/layout/default"/>
    <dgm:cxn modelId="{EBA5D4FD-B81E-4710-BBA9-05512562B1F7}" type="presParOf" srcId="{180B0F3A-0EDE-4B12-90DA-2C2CDB0289B0}" destId="{6BD2D30D-C9AB-413A-849F-E91C00009FD9}" srcOrd="5" destOrd="0" presId="urn:microsoft.com/office/officeart/2005/8/layout/default"/>
    <dgm:cxn modelId="{AFA70B03-7DE1-4F36-AB9A-C2BCA42A9418}" type="presParOf" srcId="{180B0F3A-0EDE-4B12-90DA-2C2CDB0289B0}" destId="{7A26DD78-F65B-499B-802C-88CC5F175680}" srcOrd="6" destOrd="0" presId="urn:microsoft.com/office/officeart/2005/8/layout/defaul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CE78E0-B65D-45C5-9BAB-4DBCAEC486D7}" type="doc">
      <dgm:prSet loTypeId="urn:microsoft.com/office/officeart/2005/8/layout/hierarchy1" loCatId="hierarchy" qsTypeId="urn:microsoft.com/office/officeart/2005/8/quickstyle/simple1" qsCatId="simple" csTypeId="urn:microsoft.com/office/officeart/2005/8/colors/colorful5" csCatId="colorful" phldr="1"/>
      <dgm:spPr/>
      <dgm:t>
        <a:bodyPr/>
        <a:lstStyle/>
        <a:p>
          <a:endParaRPr lang="en-US"/>
        </a:p>
      </dgm:t>
    </dgm:pt>
    <dgm:pt modelId="{220F5128-B0B1-4550-9D13-647FD802ECDD}">
      <dgm:prSet/>
      <dgm:spPr/>
      <dgm:t>
        <a:bodyPr/>
        <a:lstStyle/>
        <a:p>
          <a:r>
            <a:rPr lang="en-US"/>
            <a:t>Component-Based development </a:t>
          </a:r>
        </a:p>
      </dgm:t>
    </dgm:pt>
    <dgm:pt modelId="{99B20E8C-C6B6-4403-BF21-8FBCAD6DEC1F}" type="parTrans" cxnId="{B98C159B-E09C-4587-8D4C-A87F90BB4996}">
      <dgm:prSet/>
      <dgm:spPr/>
      <dgm:t>
        <a:bodyPr/>
        <a:lstStyle/>
        <a:p>
          <a:endParaRPr lang="en-US"/>
        </a:p>
      </dgm:t>
    </dgm:pt>
    <dgm:pt modelId="{46D8DF54-21C5-42B2-A525-27ADDABC7412}" type="sibTrans" cxnId="{B98C159B-E09C-4587-8D4C-A87F90BB4996}">
      <dgm:prSet/>
      <dgm:spPr/>
      <dgm:t>
        <a:bodyPr/>
        <a:lstStyle/>
        <a:p>
          <a:endParaRPr lang="en-US"/>
        </a:p>
      </dgm:t>
    </dgm:pt>
    <dgm:pt modelId="{10B94759-3CD4-44EB-B767-E8663836E65A}">
      <dgm:prSet/>
      <dgm:spPr/>
      <dgm:t>
        <a:bodyPr/>
        <a:lstStyle/>
        <a:p>
          <a:r>
            <a:rPr lang="en-US"/>
            <a:t>Separate form and event processes </a:t>
          </a:r>
        </a:p>
      </dgm:t>
    </dgm:pt>
    <dgm:pt modelId="{9CB7B5F8-780F-456A-AFC2-E6022B476FF8}" type="parTrans" cxnId="{5338A7AA-97C2-4407-99BE-6F3796B56C54}">
      <dgm:prSet/>
      <dgm:spPr/>
      <dgm:t>
        <a:bodyPr/>
        <a:lstStyle/>
        <a:p>
          <a:endParaRPr lang="en-US"/>
        </a:p>
      </dgm:t>
    </dgm:pt>
    <dgm:pt modelId="{9433691F-CF41-42B3-9883-45AE9540AD90}" type="sibTrans" cxnId="{5338A7AA-97C2-4407-99BE-6F3796B56C54}">
      <dgm:prSet/>
      <dgm:spPr/>
      <dgm:t>
        <a:bodyPr/>
        <a:lstStyle/>
        <a:p>
          <a:endParaRPr lang="en-US"/>
        </a:p>
      </dgm:t>
    </dgm:pt>
    <dgm:pt modelId="{4BFC9002-3072-4496-8073-509100D360AC}">
      <dgm:prSet/>
      <dgm:spPr/>
      <dgm:t>
        <a:bodyPr/>
        <a:lstStyle/>
        <a:p>
          <a:r>
            <a:rPr lang="en-US"/>
            <a:t>API-Based Architecture</a:t>
          </a:r>
          <a:endParaRPr lang="en-CA"/>
        </a:p>
      </dgm:t>
    </dgm:pt>
    <dgm:pt modelId="{F0ECEC98-3584-4AA3-B0EA-EE04923EC6D5}" type="parTrans" cxnId="{8A70A9E8-7369-4E9D-92C7-9B85CC5768EF}">
      <dgm:prSet/>
      <dgm:spPr/>
      <dgm:t>
        <a:bodyPr/>
        <a:lstStyle/>
        <a:p>
          <a:endParaRPr lang="en-CA"/>
        </a:p>
      </dgm:t>
    </dgm:pt>
    <dgm:pt modelId="{F805ED6C-0D94-483B-B942-23781FD44829}" type="sibTrans" cxnId="{8A70A9E8-7369-4E9D-92C7-9B85CC5768EF}">
      <dgm:prSet/>
      <dgm:spPr/>
      <dgm:t>
        <a:bodyPr/>
        <a:lstStyle/>
        <a:p>
          <a:endParaRPr lang="en-CA"/>
        </a:p>
      </dgm:t>
    </dgm:pt>
    <dgm:pt modelId="{84EFD8CD-12DB-4E2F-ACC1-F754FC897BA8}" type="pres">
      <dgm:prSet presAssocID="{A8CE78E0-B65D-45C5-9BAB-4DBCAEC486D7}" presName="hierChild1" presStyleCnt="0">
        <dgm:presLayoutVars>
          <dgm:chPref val="1"/>
          <dgm:dir/>
          <dgm:animOne val="branch"/>
          <dgm:animLvl val="lvl"/>
          <dgm:resizeHandles/>
        </dgm:presLayoutVars>
      </dgm:prSet>
      <dgm:spPr/>
    </dgm:pt>
    <dgm:pt modelId="{0BD2DF48-17A1-4F3B-B40F-47AE33C02AA8}" type="pres">
      <dgm:prSet presAssocID="{220F5128-B0B1-4550-9D13-647FD802ECDD}" presName="hierRoot1" presStyleCnt="0"/>
      <dgm:spPr/>
    </dgm:pt>
    <dgm:pt modelId="{15123DFD-CFB3-495A-848E-88E2431E9CB8}" type="pres">
      <dgm:prSet presAssocID="{220F5128-B0B1-4550-9D13-647FD802ECDD}" presName="composite" presStyleCnt="0"/>
      <dgm:spPr/>
    </dgm:pt>
    <dgm:pt modelId="{FCFF2C14-A995-4671-9BBF-C047709FA609}" type="pres">
      <dgm:prSet presAssocID="{220F5128-B0B1-4550-9D13-647FD802ECDD}" presName="background" presStyleLbl="node0" presStyleIdx="0" presStyleCnt="3"/>
      <dgm:spPr/>
    </dgm:pt>
    <dgm:pt modelId="{C68C966B-D517-4D0D-9270-A9B53D31C891}" type="pres">
      <dgm:prSet presAssocID="{220F5128-B0B1-4550-9D13-647FD802ECDD}" presName="text" presStyleLbl="fgAcc0" presStyleIdx="0" presStyleCnt="3">
        <dgm:presLayoutVars>
          <dgm:chPref val="3"/>
        </dgm:presLayoutVars>
      </dgm:prSet>
      <dgm:spPr/>
    </dgm:pt>
    <dgm:pt modelId="{F8B434A7-00BF-4253-A4DF-075B353BD7AF}" type="pres">
      <dgm:prSet presAssocID="{220F5128-B0B1-4550-9D13-647FD802ECDD}" presName="hierChild2" presStyleCnt="0"/>
      <dgm:spPr/>
    </dgm:pt>
    <dgm:pt modelId="{7B1E627C-1A44-45C4-858E-82D4F69EEF96}" type="pres">
      <dgm:prSet presAssocID="{10B94759-3CD4-44EB-B767-E8663836E65A}" presName="hierRoot1" presStyleCnt="0"/>
      <dgm:spPr/>
    </dgm:pt>
    <dgm:pt modelId="{C2A4D61A-A703-4B4A-870C-6F4CAB330BCA}" type="pres">
      <dgm:prSet presAssocID="{10B94759-3CD4-44EB-B767-E8663836E65A}" presName="composite" presStyleCnt="0"/>
      <dgm:spPr/>
    </dgm:pt>
    <dgm:pt modelId="{03A5D131-7359-4DF8-89B8-6378D8CB7893}" type="pres">
      <dgm:prSet presAssocID="{10B94759-3CD4-44EB-B767-E8663836E65A}" presName="background" presStyleLbl="node0" presStyleIdx="1" presStyleCnt="3"/>
      <dgm:spPr/>
    </dgm:pt>
    <dgm:pt modelId="{E6E032E3-5DB2-4575-B7B0-4DA8D4FCE2AB}" type="pres">
      <dgm:prSet presAssocID="{10B94759-3CD4-44EB-B767-E8663836E65A}" presName="text" presStyleLbl="fgAcc0" presStyleIdx="1" presStyleCnt="3">
        <dgm:presLayoutVars>
          <dgm:chPref val="3"/>
        </dgm:presLayoutVars>
      </dgm:prSet>
      <dgm:spPr/>
    </dgm:pt>
    <dgm:pt modelId="{71B2CE2D-228D-4E21-B0C9-C40F1578DF83}" type="pres">
      <dgm:prSet presAssocID="{10B94759-3CD4-44EB-B767-E8663836E65A}" presName="hierChild2" presStyleCnt="0"/>
      <dgm:spPr/>
    </dgm:pt>
    <dgm:pt modelId="{45FAE952-F59F-4D4A-85DF-0DBC2100148D}" type="pres">
      <dgm:prSet presAssocID="{4BFC9002-3072-4496-8073-509100D360AC}" presName="hierRoot1" presStyleCnt="0"/>
      <dgm:spPr/>
    </dgm:pt>
    <dgm:pt modelId="{D582084C-1B1D-44E2-A2AD-4BAA5ECABB8C}" type="pres">
      <dgm:prSet presAssocID="{4BFC9002-3072-4496-8073-509100D360AC}" presName="composite" presStyleCnt="0"/>
      <dgm:spPr/>
    </dgm:pt>
    <dgm:pt modelId="{A4A98C66-FFAB-4611-82CC-E69B7049EE76}" type="pres">
      <dgm:prSet presAssocID="{4BFC9002-3072-4496-8073-509100D360AC}" presName="background" presStyleLbl="node0" presStyleIdx="2" presStyleCnt="3"/>
      <dgm:spPr/>
    </dgm:pt>
    <dgm:pt modelId="{BE518526-4183-46DE-A015-2959D01C2CCC}" type="pres">
      <dgm:prSet presAssocID="{4BFC9002-3072-4496-8073-509100D360AC}" presName="text" presStyleLbl="fgAcc0" presStyleIdx="2" presStyleCnt="3">
        <dgm:presLayoutVars>
          <dgm:chPref val="3"/>
        </dgm:presLayoutVars>
      </dgm:prSet>
      <dgm:spPr/>
    </dgm:pt>
    <dgm:pt modelId="{FC888AD5-7166-4872-A67E-F70B02670F50}" type="pres">
      <dgm:prSet presAssocID="{4BFC9002-3072-4496-8073-509100D360AC}" presName="hierChild2" presStyleCnt="0"/>
      <dgm:spPr/>
    </dgm:pt>
  </dgm:ptLst>
  <dgm:cxnLst>
    <dgm:cxn modelId="{0791CA36-A669-4F56-A747-EEA7E2B06D7E}" type="presOf" srcId="{10B94759-3CD4-44EB-B767-E8663836E65A}" destId="{E6E032E3-5DB2-4575-B7B0-4DA8D4FCE2AB}" srcOrd="0" destOrd="0" presId="urn:microsoft.com/office/officeart/2005/8/layout/hierarchy1"/>
    <dgm:cxn modelId="{536D6842-2570-4F3B-AFAE-DD36984F52F5}" type="presOf" srcId="{A8CE78E0-B65D-45C5-9BAB-4DBCAEC486D7}" destId="{84EFD8CD-12DB-4E2F-ACC1-F754FC897BA8}" srcOrd="0" destOrd="0" presId="urn:microsoft.com/office/officeart/2005/8/layout/hierarchy1"/>
    <dgm:cxn modelId="{9CCA9B65-8C1B-4EA5-A72B-BC190CFDC548}" type="presOf" srcId="{4BFC9002-3072-4496-8073-509100D360AC}" destId="{BE518526-4183-46DE-A015-2959D01C2CCC}" srcOrd="0" destOrd="0" presId="urn:microsoft.com/office/officeart/2005/8/layout/hierarchy1"/>
    <dgm:cxn modelId="{748C934B-82EA-4C22-A573-5FA87065F1A5}" type="presOf" srcId="{220F5128-B0B1-4550-9D13-647FD802ECDD}" destId="{C68C966B-D517-4D0D-9270-A9B53D31C891}" srcOrd="0" destOrd="0" presId="urn:microsoft.com/office/officeart/2005/8/layout/hierarchy1"/>
    <dgm:cxn modelId="{B98C159B-E09C-4587-8D4C-A87F90BB4996}" srcId="{A8CE78E0-B65D-45C5-9BAB-4DBCAEC486D7}" destId="{220F5128-B0B1-4550-9D13-647FD802ECDD}" srcOrd="0" destOrd="0" parTransId="{99B20E8C-C6B6-4403-BF21-8FBCAD6DEC1F}" sibTransId="{46D8DF54-21C5-42B2-A525-27ADDABC7412}"/>
    <dgm:cxn modelId="{5338A7AA-97C2-4407-99BE-6F3796B56C54}" srcId="{A8CE78E0-B65D-45C5-9BAB-4DBCAEC486D7}" destId="{10B94759-3CD4-44EB-B767-E8663836E65A}" srcOrd="1" destOrd="0" parTransId="{9CB7B5F8-780F-456A-AFC2-E6022B476FF8}" sibTransId="{9433691F-CF41-42B3-9883-45AE9540AD90}"/>
    <dgm:cxn modelId="{8A70A9E8-7369-4E9D-92C7-9B85CC5768EF}" srcId="{A8CE78E0-B65D-45C5-9BAB-4DBCAEC486D7}" destId="{4BFC9002-3072-4496-8073-509100D360AC}" srcOrd="2" destOrd="0" parTransId="{F0ECEC98-3584-4AA3-B0EA-EE04923EC6D5}" sibTransId="{F805ED6C-0D94-483B-B942-23781FD44829}"/>
    <dgm:cxn modelId="{CE412D39-D4CE-428A-81B2-06785D571BC6}" type="presParOf" srcId="{84EFD8CD-12DB-4E2F-ACC1-F754FC897BA8}" destId="{0BD2DF48-17A1-4F3B-B40F-47AE33C02AA8}" srcOrd="0" destOrd="0" presId="urn:microsoft.com/office/officeart/2005/8/layout/hierarchy1"/>
    <dgm:cxn modelId="{185E24AF-D386-44F0-BB55-A961A06E6BD0}" type="presParOf" srcId="{0BD2DF48-17A1-4F3B-B40F-47AE33C02AA8}" destId="{15123DFD-CFB3-495A-848E-88E2431E9CB8}" srcOrd="0" destOrd="0" presId="urn:microsoft.com/office/officeart/2005/8/layout/hierarchy1"/>
    <dgm:cxn modelId="{906CF7BF-E617-4045-BAD6-F6B205C83E93}" type="presParOf" srcId="{15123DFD-CFB3-495A-848E-88E2431E9CB8}" destId="{FCFF2C14-A995-4671-9BBF-C047709FA609}" srcOrd="0" destOrd="0" presId="urn:microsoft.com/office/officeart/2005/8/layout/hierarchy1"/>
    <dgm:cxn modelId="{BAA7D003-8112-4AF9-9B90-1B3982F3A7D8}" type="presParOf" srcId="{15123DFD-CFB3-495A-848E-88E2431E9CB8}" destId="{C68C966B-D517-4D0D-9270-A9B53D31C891}" srcOrd="1" destOrd="0" presId="urn:microsoft.com/office/officeart/2005/8/layout/hierarchy1"/>
    <dgm:cxn modelId="{BF2E1044-48B7-4599-B117-2EA0B3B66367}" type="presParOf" srcId="{0BD2DF48-17A1-4F3B-B40F-47AE33C02AA8}" destId="{F8B434A7-00BF-4253-A4DF-075B353BD7AF}" srcOrd="1" destOrd="0" presId="urn:microsoft.com/office/officeart/2005/8/layout/hierarchy1"/>
    <dgm:cxn modelId="{8F33030C-E06B-4E7C-B61F-6C6BB96C37AF}" type="presParOf" srcId="{84EFD8CD-12DB-4E2F-ACC1-F754FC897BA8}" destId="{7B1E627C-1A44-45C4-858E-82D4F69EEF96}" srcOrd="1" destOrd="0" presId="urn:microsoft.com/office/officeart/2005/8/layout/hierarchy1"/>
    <dgm:cxn modelId="{B8A53634-CE16-4318-85B6-59C26B6A3745}" type="presParOf" srcId="{7B1E627C-1A44-45C4-858E-82D4F69EEF96}" destId="{C2A4D61A-A703-4B4A-870C-6F4CAB330BCA}" srcOrd="0" destOrd="0" presId="urn:microsoft.com/office/officeart/2005/8/layout/hierarchy1"/>
    <dgm:cxn modelId="{30A24CAD-F940-4B14-95A5-4972F8DB539D}" type="presParOf" srcId="{C2A4D61A-A703-4B4A-870C-6F4CAB330BCA}" destId="{03A5D131-7359-4DF8-89B8-6378D8CB7893}" srcOrd="0" destOrd="0" presId="urn:microsoft.com/office/officeart/2005/8/layout/hierarchy1"/>
    <dgm:cxn modelId="{B0A0A64E-F77E-4CF2-905C-CA01944F789A}" type="presParOf" srcId="{C2A4D61A-A703-4B4A-870C-6F4CAB330BCA}" destId="{E6E032E3-5DB2-4575-B7B0-4DA8D4FCE2AB}" srcOrd="1" destOrd="0" presId="urn:microsoft.com/office/officeart/2005/8/layout/hierarchy1"/>
    <dgm:cxn modelId="{533BA3E6-9589-4602-ABAB-B64F4B4DC086}" type="presParOf" srcId="{7B1E627C-1A44-45C4-858E-82D4F69EEF96}" destId="{71B2CE2D-228D-4E21-B0C9-C40F1578DF83}" srcOrd="1" destOrd="0" presId="urn:microsoft.com/office/officeart/2005/8/layout/hierarchy1"/>
    <dgm:cxn modelId="{7BED7700-09FC-4568-B9BF-5EB0DACD5991}" type="presParOf" srcId="{84EFD8CD-12DB-4E2F-ACC1-F754FC897BA8}" destId="{45FAE952-F59F-4D4A-85DF-0DBC2100148D}" srcOrd="2" destOrd="0" presId="urn:microsoft.com/office/officeart/2005/8/layout/hierarchy1"/>
    <dgm:cxn modelId="{7B951A47-33E6-4AD0-BBDE-65EAF1B7AFCB}" type="presParOf" srcId="{45FAE952-F59F-4D4A-85DF-0DBC2100148D}" destId="{D582084C-1B1D-44E2-A2AD-4BAA5ECABB8C}" srcOrd="0" destOrd="0" presId="urn:microsoft.com/office/officeart/2005/8/layout/hierarchy1"/>
    <dgm:cxn modelId="{5417277A-007C-4E4A-8B96-A401EC1228C6}" type="presParOf" srcId="{D582084C-1B1D-44E2-A2AD-4BAA5ECABB8C}" destId="{A4A98C66-FFAB-4611-82CC-E69B7049EE76}" srcOrd="0" destOrd="0" presId="urn:microsoft.com/office/officeart/2005/8/layout/hierarchy1"/>
    <dgm:cxn modelId="{D1CD857A-D231-4DFE-B5C9-55DD3157DC2B}" type="presParOf" srcId="{D582084C-1B1D-44E2-A2AD-4BAA5ECABB8C}" destId="{BE518526-4183-46DE-A015-2959D01C2CCC}" srcOrd="1" destOrd="0" presId="urn:microsoft.com/office/officeart/2005/8/layout/hierarchy1"/>
    <dgm:cxn modelId="{641CBDB3-4F45-49FB-81FE-A1C28EE2D5E1}" type="presParOf" srcId="{45FAE952-F59F-4D4A-85DF-0DBC2100148D}" destId="{FC888AD5-7166-4872-A67E-F70B02670F5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C0D55A5-0A63-4E27-A31D-7FBBB0480C99}" type="doc">
      <dgm:prSet loTypeId="urn:microsoft.com/office/officeart/2018/2/layout/IconVerticalSolidList" loCatId="icon" qsTypeId="urn:microsoft.com/office/officeart/2005/8/quickstyle/simple1" qsCatId="simple" csTypeId="urn:microsoft.com/office/officeart/2018/5/colors/Iconchunking_neutralbg_accent6_2" csCatId="accent6" phldr="1"/>
      <dgm:spPr/>
      <dgm:t>
        <a:bodyPr/>
        <a:lstStyle/>
        <a:p>
          <a:endParaRPr lang="en-US"/>
        </a:p>
      </dgm:t>
    </dgm:pt>
    <dgm:pt modelId="{15B410FC-6999-40B1-9197-AB146E1F5297}">
      <dgm:prSet/>
      <dgm:spPr/>
      <dgm:t>
        <a:bodyPr/>
        <a:lstStyle/>
        <a:p>
          <a:pPr>
            <a:lnSpc>
              <a:spcPct val="100000"/>
            </a:lnSpc>
          </a:pPr>
          <a:r>
            <a:rPr lang="en-GB" b="1" i="0"/>
            <a:t>High </a:t>
          </a:r>
          <a:r>
            <a:rPr lang="en-GB" b="1" i="0">
              <a:latin typeface="Century Gothic" panose="020B0502020202020204"/>
            </a:rPr>
            <a:t>emphasis</a:t>
          </a:r>
          <a:r>
            <a:rPr lang="en-GB" b="0" i="0"/>
            <a:t> for us to ensure product was usable and matched requirements</a:t>
          </a:r>
          <a:endParaRPr lang="en-US"/>
        </a:p>
      </dgm:t>
    </dgm:pt>
    <dgm:pt modelId="{3F730FB7-D0D0-4533-8CB6-AACC46D9D6C0}" type="parTrans" cxnId="{4BE58603-1265-483B-A43B-F7FB6142C53E}">
      <dgm:prSet/>
      <dgm:spPr/>
      <dgm:t>
        <a:bodyPr/>
        <a:lstStyle/>
        <a:p>
          <a:endParaRPr lang="en-US"/>
        </a:p>
      </dgm:t>
    </dgm:pt>
    <dgm:pt modelId="{A9C863B4-AE5F-4542-A195-BB42243E6C6A}" type="sibTrans" cxnId="{4BE58603-1265-483B-A43B-F7FB6142C53E}">
      <dgm:prSet/>
      <dgm:spPr/>
      <dgm:t>
        <a:bodyPr/>
        <a:lstStyle/>
        <a:p>
          <a:endParaRPr lang="en-US"/>
        </a:p>
      </dgm:t>
    </dgm:pt>
    <dgm:pt modelId="{2F541B7D-5A19-48A1-B5B8-06375E040926}">
      <dgm:prSet/>
      <dgm:spPr/>
      <dgm:t>
        <a:bodyPr/>
        <a:lstStyle/>
        <a:p>
          <a:pPr>
            <a:lnSpc>
              <a:spcPct val="100000"/>
            </a:lnSpc>
          </a:pPr>
          <a:r>
            <a:rPr lang="en-GB" b="0" i="0"/>
            <a:t>Usability testing with both admin and student users</a:t>
          </a:r>
          <a:endParaRPr lang="en-US"/>
        </a:p>
      </dgm:t>
    </dgm:pt>
    <dgm:pt modelId="{B3083F22-9A5B-4E17-8D4F-88E137B4D5FA}" type="parTrans" cxnId="{C6167F62-D170-413C-ABA7-DFFF1C244C39}">
      <dgm:prSet/>
      <dgm:spPr/>
      <dgm:t>
        <a:bodyPr/>
        <a:lstStyle/>
        <a:p>
          <a:endParaRPr lang="en-US"/>
        </a:p>
      </dgm:t>
    </dgm:pt>
    <dgm:pt modelId="{2D16D704-5445-496A-8F04-3043828ACC7F}" type="sibTrans" cxnId="{C6167F62-D170-413C-ABA7-DFFF1C244C39}">
      <dgm:prSet/>
      <dgm:spPr/>
      <dgm:t>
        <a:bodyPr/>
        <a:lstStyle/>
        <a:p>
          <a:endParaRPr lang="en-US"/>
        </a:p>
      </dgm:t>
    </dgm:pt>
    <dgm:pt modelId="{5EE6B222-D618-4C34-B229-90C23C842727}">
      <dgm:prSet/>
      <dgm:spPr/>
      <dgm:t>
        <a:bodyPr/>
        <a:lstStyle/>
        <a:p>
          <a:pPr>
            <a:lnSpc>
              <a:spcPct val="100000"/>
            </a:lnSpc>
          </a:pPr>
          <a:r>
            <a:rPr lang="en-GB" b="0" i="0"/>
            <a:t>Changes range from purely aesthetic, QOL changes to changing base functionality for better workflows.</a:t>
          </a:r>
          <a:endParaRPr lang="en-US"/>
        </a:p>
      </dgm:t>
    </dgm:pt>
    <dgm:pt modelId="{B453B1B2-AC9A-47CC-A603-718EF14FCC85}" type="parTrans" cxnId="{85F5DB79-B6A3-4D60-8002-83F4E069EEF0}">
      <dgm:prSet/>
      <dgm:spPr/>
      <dgm:t>
        <a:bodyPr/>
        <a:lstStyle/>
        <a:p>
          <a:endParaRPr lang="en-US"/>
        </a:p>
      </dgm:t>
    </dgm:pt>
    <dgm:pt modelId="{3184DFF0-8215-4C78-92B9-368583ABF78A}" type="sibTrans" cxnId="{85F5DB79-B6A3-4D60-8002-83F4E069EEF0}">
      <dgm:prSet/>
      <dgm:spPr/>
      <dgm:t>
        <a:bodyPr/>
        <a:lstStyle/>
        <a:p>
          <a:endParaRPr lang="en-US"/>
        </a:p>
      </dgm:t>
    </dgm:pt>
    <dgm:pt modelId="{EA75DB02-2542-4A4C-BAB6-686417B0C809}" type="pres">
      <dgm:prSet presAssocID="{2C0D55A5-0A63-4E27-A31D-7FBBB0480C99}" presName="root" presStyleCnt="0">
        <dgm:presLayoutVars>
          <dgm:dir/>
          <dgm:resizeHandles val="exact"/>
        </dgm:presLayoutVars>
      </dgm:prSet>
      <dgm:spPr/>
    </dgm:pt>
    <dgm:pt modelId="{D49D2DAF-34F8-43AB-957B-FF35220141E9}" type="pres">
      <dgm:prSet presAssocID="{15B410FC-6999-40B1-9197-AB146E1F5297}" presName="compNode" presStyleCnt="0"/>
      <dgm:spPr/>
    </dgm:pt>
    <dgm:pt modelId="{C4534D64-7243-4656-B919-B8725A692CF1}" type="pres">
      <dgm:prSet presAssocID="{15B410FC-6999-40B1-9197-AB146E1F5297}" presName="bgRect" presStyleLbl="bgShp" presStyleIdx="0" presStyleCnt="3"/>
      <dgm:spPr/>
    </dgm:pt>
    <dgm:pt modelId="{6ABEE9CC-E85D-4D5D-BC16-30364E8ED157}" type="pres">
      <dgm:prSet presAssocID="{15B410FC-6999-40B1-9197-AB146E1F529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8B0736B-4CB3-4804-AD9F-830FF2D2EB02}" type="pres">
      <dgm:prSet presAssocID="{15B410FC-6999-40B1-9197-AB146E1F5297}" presName="spaceRect" presStyleCnt="0"/>
      <dgm:spPr/>
    </dgm:pt>
    <dgm:pt modelId="{D37CFBB6-9032-4079-BDA5-717BA920A4E5}" type="pres">
      <dgm:prSet presAssocID="{15B410FC-6999-40B1-9197-AB146E1F5297}" presName="parTx" presStyleLbl="revTx" presStyleIdx="0" presStyleCnt="3">
        <dgm:presLayoutVars>
          <dgm:chMax val="0"/>
          <dgm:chPref val="0"/>
        </dgm:presLayoutVars>
      </dgm:prSet>
      <dgm:spPr/>
    </dgm:pt>
    <dgm:pt modelId="{8E438427-9D2F-4C27-832A-AA1AC295CAE9}" type="pres">
      <dgm:prSet presAssocID="{A9C863B4-AE5F-4542-A195-BB42243E6C6A}" presName="sibTrans" presStyleCnt="0"/>
      <dgm:spPr/>
    </dgm:pt>
    <dgm:pt modelId="{B5CCA5E1-0775-4913-8C7D-776CDF3EE4AC}" type="pres">
      <dgm:prSet presAssocID="{2F541B7D-5A19-48A1-B5B8-06375E040926}" presName="compNode" presStyleCnt="0"/>
      <dgm:spPr/>
    </dgm:pt>
    <dgm:pt modelId="{6739C0A0-4709-44D5-87D8-5952EFD326C1}" type="pres">
      <dgm:prSet presAssocID="{2F541B7D-5A19-48A1-B5B8-06375E040926}" presName="bgRect" presStyleLbl="bgShp" presStyleIdx="1" presStyleCnt="3"/>
      <dgm:spPr/>
    </dgm:pt>
    <dgm:pt modelId="{621C06D3-5C06-4AEB-9326-90C58C30AA18}" type="pres">
      <dgm:prSet presAssocID="{2F541B7D-5A19-48A1-B5B8-06375E04092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29E776E5-0281-48C3-9131-39B8D3ACDF75}" type="pres">
      <dgm:prSet presAssocID="{2F541B7D-5A19-48A1-B5B8-06375E040926}" presName="spaceRect" presStyleCnt="0"/>
      <dgm:spPr/>
    </dgm:pt>
    <dgm:pt modelId="{0B19689A-0277-4507-967F-D1085F761227}" type="pres">
      <dgm:prSet presAssocID="{2F541B7D-5A19-48A1-B5B8-06375E040926}" presName="parTx" presStyleLbl="revTx" presStyleIdx="1" presStyleCnt="3">
        <dgm:presLayoutVars>
          <dgm:chMax val="0"/>
          <dgm:chPref val="0"/>
        </dgm:presLayoutVars>
      </dgm:prSet>
      <dgm:spPr/>
    </dgm:pt>
    <dgm:pt modelId="{648FCC0A-C1D5-4518-A993-9516C9E2A1E2}" type="pres">
      <dgm:prSet presAssocID="{2D16D704-5445-496A-8F04-3043828ACC7F}" presName="sibTrans" presStyleCnt="0"/>
      <dgm:spPr/>
    </dgm:pt>
    <dgm:pt modelId="{B4D773CA-31EE-44F9-9254-A66AF391128D}" type="pres">
      <dgm:prSet presAssocID="{5EE6B222-D618-4C34-B229-90C23C842727}" presName="compNode" presStyleCnt="0"/>
      <dgm:spPr/>
    </dgm:pt>
    <dgm:pt modelId="{59521A59-C059-41A4-BFEB-C1152C85BF1C}" type="pres">
      <dgm:prSet presAssocID="{5EE6B222-D618-4C34-B229-90C23C842727}" presName="bgRect" presStyleLbl="bgShp" presStyleIdx="2" presStyleCnt="3"/>
      <dgm:spPr/>
    </dgm:pt>
    <dgm:pt modelId="{7A45A57E-8B9E-4B4C-85CD-D3F755A89D5B}" type="pres">
      <dgm:prSet presAssocID="{5EE6B222-D618-4C34-B229-90C23C84272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27227197-7845-4C88-90CD-D13C45AA81DD}" type="pres">
      <dgm:prSet presAssocID="{5EE6B222-D618-4C34-B229-90C23C842727}" presName="spaceRect" presStyleCnt="0"/>
      <dgm:spPr/>
    </dgm:pt>
    <dgm:pt modelId="{48A5724C-092D-48F1-B5C1-4DBBD37AC1A6}" type="pres">
      <dgm:prSet presAssocID="{5EE6B222-D618-4C34-B229-90C23C842727}" presName="parTx" presStyleLbl="revTx" presStyleIdx="2" presStyleCnt="3">
        <dgm:presLayoutVars>
          <dgm:chMax val="0"/>
          <dgm:chPref val="0"/>
        </dgm:presLayoutVars>
      </dgm:prSet>
      <dgm:spPr/>
    </dgm:pt>
  </dgm:ptLst>
  <dgm:cxnLst>
    <dgm:cxn modelId="{4BE58603-1265-483B-A43B-F7FB6142C53E}" srcId="{2C0D55A5-0A63-4E27-A31D-7FBBB0480C99}" destId="{15B410FC-6999-40B1-9197-AB146E1F5297}" srcOrd="0" destOrd="0" parTransId="{3F730FB7-D0D0-4533-8CB6-AACC46D9D6C0}" sibTransId="{A9C863B4-AE5F-4542-A195-BB42243E6C6A}"/>
    <dgm:cxn modelId="{2DDADF04-9149-42CD-AC85-3BFC40302235}" type="presOf" srcId="{2F541B7D-5A19-48A1-B5B8-06375E040926}" destId="{0B19689A-0277-4507-967F-D1085F761227}" srcOrd="0" destOrd="0" presId="urn:microsoft.com/office/officeart/2018/2/layout/IconVerticalSolidList"/>
    <dgm:cxn modelId="{C83DDC36-8A6A-4964-9E03-54BED2576166}" type="presOf" srcId="{15B410FC-6999-40B1-9197-AB146E1F5297}" destId="{D37CFBB6-9032-4079-BDA5-717BA920A4E5}" srcOrd="0" destOrd="0" presId="urn:microsoft.com/office/officeart/2018/2/layout/IconVerticalSolidList"/>
    <dgm:cxn modelId="{C6167F62-D170-413C-ABA7-DFFF1C244C39}" srcId="{2C0D55A5-0A63-4E27-A31D-7FBBB0480C99}" destId="{2F541B7D-5A19-48A1-B5B8-06375E040926}" srcOrd="1" destOrd="0" parTransId="{B3083F22-9A5B-4E17-8D4F-88E137B4D5FA}" sibTransId="{2D16D704-5445-496A-8F04-3043828ACC7F}"/>
    <dgm:cxn modelId="{85F5DB79-B6A3-4D60-8002-83F4E069EEF0}" srcId="{2C0D55A5-0A63-4E27-A31D-7FBBB0480C99}" destId="{5EE6B222-D618-4C34-B229-90C23C842727}" srcOrd="2" destOrd="0" parTransId="{B453B1B2-AC9A-47CC-A603-718EF14FCC85}" sibTransId="{3184DFF0-8215-4C78-92B9-368583ABF78A}"/>
    <dgm:cxn modelId="{0EE13CFD-EF21-40D9-98DF-3F0FBA0CEC87}" type="presOf" srcId="{5EE6B222-D618-4C34-B229-90C23C842727}" destId="{48A5724C-092D-48F1-B5C1-4DBBD37AC1A6}" srcOrd="0" destOrd="0" presId="urn:microsoft.com/office/officeart/2018/2/layout/IconVerticalSolidList"/>
    <dgm:cxn modelId="{CB8593FF-55C6-4B33-8E2B-ACB2D175C774}" type="presOf" srcId="{2C0D55A5-0A63-4E27-A31D-7FBBB0480C99}" destId="{EA75DB02-2542-4A4C-BAB6-686417B0C809}" srcOrd="0" destOrd="0" presId="urn:microsoft.com/office/officeart/2018/2/layout/IconVerticalSolidList"/>
    <dgm:cxn modelId="{674F1F71-D4C9-4E7B-A42C-ECBF085CC920}" type="presParOf" srcId="{EA75DB02-2542-4A4C-BAB6-686417B0C809}" destId="{D49D2DAF-34F8-43AB-957B-FF35220141E9}" srcOrd="0" destOrd="0" presId="urn:microsoft.com/office/officeart/2018/2/layout/IconVerticalSolidList"/>
    <dgm:cxn modelId="{0AB2C9E4-BAE5-4074-8332-80BA9A217C45}" type="presParOf" srcId="{D49D2DAF-34F8-43AB-957B-FF35220141E9}" destId="{C4534D64-7243-4656-B919-B8725A692CF1}" srcOrd="0" destOrd="0" presId="urn:microsoft.com/office/officeart/2018/2/layout/IconVerticalSolidList"/>
    <dgm:cxn modelId="{08B62EC3-E821-4053-B122-CEFCE0006FFD}" type="presParOf" srcId="{D49D2DAF-34F8-43AB-957B-FF35220141E9}" destId="{6ABEE9CC-E85D-4D5D-BC16-30364E8ED157}" srcOrd="1" destOrd="0" presId="urn:microsoft.com/office/officeart/2018/2/layout/IconVerticalSolidList"/>
    <dgm:cxn modelId="{16998D67-667E-4BDE-82F1-4E59F8AFB9F8}" type="presParOf" srcId="{D49D2DAF-34F8-43AB-957B-FF35220141E9}" destId="{C8B0736B-4CB3-4804-AD9F-830FF2D2EB02}" srcOrd="2" destOrd="0" presId="urn:microsoft.com/office/officeart/2018/2/layout/IconVerticalSolidList"/>
    <dgm:cxn modelId="{C618B8C3-3725-40D8-B2BF-72326761B240}" type="presParOf" srcId="{D49D2DAF-34F8-43AB-957B-FF35220141E9}" destId="{D37CFBB6-9032-4079-BDA5-717BA920A4E5}" srcOrd="3" destOrd="0" presId="urn:microsoft.com/office/officeart/2018/2/layout/IconVerticalSolidList"/>
    <dgm:cxn modelId="{E0F64F25-7794-429F-92EF-2F17E03FC9E7}" type="presParOf" srcId="{EA75DB02-2542-4A4C-BAB6-686417B0C809}" destId="{8E438427-9D2F-4C27-832A-AA1AC295CAE9}" srcOrd="1" destOrd="0" presId="urn:microsoft.com/office/officeart/2018/2/layout/IconVerticalSolidList"/>
    <dgm:cxn modelId="{8F09CD06-60F8-460E-826E-361829A543D9}" type="presParOf" srcId="{EA75DB02-2542-4A4C-BAB6-686417B0C809}" destId="{B5CCA5E1-0775-4913-8C7D-776CDF3EE4AC}" srcOrd="2" destOrd="0" presId="urn:microsoft.com/office/officeart/2018/2/layout/IconVerticalSolidList"/>
    <dgm:cxn modelId="{C16343FA-702B-4474-83A4-12A5977BAC29}" type="presParOf" srcId="{B5CCA5E1-0775-4913-8C7D-776CDF3EE4AC}" destId="{6739C0A0-4709-44D5-87D8-5952EFD326C1}" srcOrd="0" destOrd="0" presId="urn:microsoft.com/office/officeart/2018/2/layout/IconVerticalSolidList"/>
    <dgm:cxn modelId="{88FB2D59-F848-407C-97C7-79A23803DD48}" type="presParOf" srcId="{B5CCA5E1-0775-4913-8C7D-776CDF3EE4AC}" destId="{621C06D3-5C06-4AEB-9326-90C58C30AA18}" srcOrd="1" destOrd="0" presId="urn:microsoft.com/office/officeart/2018/2/layout/IconVerticalSolidList"/>
    <dgm:cxn modelId="{57318021-29EA-42D3-8D76-0BE0569BE881}" type="presParOf" srcId="{B5CCA5E1-0775-4913-8C7D-776CDF3EE4AC}" destId="{29E776E5-0281-48C3-9131-39B8D3ACDF75}" srcOrd="2" destOrd="0" presId="urn:microsoft.com/office/officeart/2018/2/layout/IconVerticalSolidList"/>
    <dgm:cxn modelId="{FC413459-4443-462C-97CB-9FB58CFD97A1}" type="presParOf" srcId="{B5CCA5E1-0775-4913-8C7D-776CDF3EE4AC}" destId="{0B19689A-0277-4507-967F-D1085F761227}" srcOrd="3" destOrd="0" presId="urn:microsoft.com/office/officeart/2018/2/layout/IconVerticalSolidList"/>
    <dgm:cxn modelId="{1310819C-8808-43C4-A383-05C0D136B55E}" type="presParOf" srcId="{EA75DB02-2542-4A4C-BAB6-686417B0C809}" destId="{648FCC0A-C1D5-4518-A993-9516C9E2A1E2}" srcOrd="3" destOrd="0" presId="urn:microsoft.com/office/officeart/2018/2/layout/IconVerticalSolidList"/>
    <dgm:cxn modelId="{C8B1F433-97BE-47CC-90E8-16886B4EA7C1}" type="presParOf" srcId="{EA75DB02-2542-4A4C-BAB6-686417B0C809}" destId="{B4D773CA-31EE-44F9-9254-A66AF391128D}" srcOrd="4" destOrd="0" presId="urn:microsoft.com/office/officeart/2018/2/layout/IconVerticalSolidList"/>
    <dgm:cxn modelId="{2B00D6C7-5CC2-4499-A132-4BD416E7BF74}" type="presParOf" srcId="{B4D773CA-31EE-44F9-9254-A66AF391128D}" destId="{59521A59-C059-41A4-BFEB-C1152C85BF1C}" srcOrd="0" destOrd="0" presId="urn:microsoft.com/office/officeart/2018/2/layout/IconVerticalSolidList"/>
    <dgm:cxn modelId="{675E2C87-99E2-407F-AD99-F91615BBC2B1}" type="presParOf" srcId="{B4D773CA-31EE-44F9-9254-A66AF391128D}" destId="{7A45A57E-8B9E-4B4C-85CD-D3F755A89D5B}" srcOrd="1" destOrd="0" presId="urn:microsoft.com/office/officeart/2018/2/layout/IconVerticalSolidList"/>
    <dgm:cxn modelId="{B1424C42-49C7-4E03-87C7-5939B57E6C44}" type="presParOf" srcId="{B4D773CA-31EE-44F9-9254-A66AF391128D}" destId="{27227197-7845-4C88-90CD-D13C45AA81DD}" srcOrd="2" destOrd="0" presId="urn:microsoft.com/office/officeart/2018/2/layout/IconVerticalSolidList"/>
    <dgm:cxn modelId="{664AF4CB-1749-4218-B5DE-43AA5FE25E9C}" type="presParOf" srcId="{B4D773CA-31EE-44F9-9254-A66AF391128D}" destId="{48A5724C-092D-48F1-B5C1-4DBBD37AC1A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010B81-63F1-4ABF-ADDE-71DA4BA07FB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F0F9954-9131-45E3-A5C5-D90FA539C8EC}">
      <dgm:prSet/>
      <dgm:spPr/>
      <dgm:t>
        <a:bodyPr/>
        <a:lstStyle/>
        <a:p>
          <a:r>
            <a:rPr lang="en-US" b="0" i="0"/>
            <a:t>Focused on dynamic testing with all the use cases, rather than per feature</a:t>
          </a:r>
          <a:endParaRPr lang="en-US"/>
        </a:p>
      </dgm:t>
    </dgm:pt>
    <dgm:pt modelId="{141C7C5D-3C55-411C-8D4E-B3F73641D6F6}" type="parTrans" cxnId="{DA8AF7E9-7381-41C1-B768-E251FB5C2078}">
      <dgm:prSet/>
      <dgm:spPr/>
      <dgm:t>
        <a:bodyPr/>
        <a:lstStyle/>
        <a:p>
          <a:endParaRPr lang="en-US"/>
        </a:p>
      </dgm:t>
    </dgm:pt>
    <dgm:pt modelId="{F2946A3D-BFED-42AF-A99B-F0390DDDF16B}" type="sibTrans" cxnId="{DA8AF7E9-7381-41C1-B768-E251FB5C2078}">
      <dgm:prSet/>
      <dgm:spPr/>
      <dgm:t>
        <a:bodyPr/>
        <a:lstStyle/>
        <a:p>
          <a:endParaRPr lang="en-US"/>
        </a:p>
      </dgm:t>
    </dgm:pt>
    <dgm:pt modelId="{D82FF333-06A9-420B-97AA-9F7505F0E538}">
      <dgm:prSet/>
      <dgm:spPr/>
      <dgm:t>
        <a:bodyPr/>
        <a:lstStyle/>
        <a:p>
          <a:r>
            <a:rPr lang="en-CA" b="0" i="0"/>
            <a:t>Ensured all the requirements we set out were met and verified</a:t>
          </a:r>
          <a:endParaRPr lang="en-US"/>
        </a:p>
      </dgm:t>
    </dgm:pt>
    <dgm:pt modelId="{D731F03C-1872-4EE2-993A-C855AB7AEE49}" type="parTrans" cxnId="{69FD5E23-8EBF-43B7-8DB4-61279032BC80}">
      <dgm:prSet/>
      <dgm:spPr/>
      <dgm:t>
        <a:bodyPr/>
        <a:lstStyle/>
        <a:p>
          <a:endParaRPr lang="en-US"/>
        </a:p>
      </dgm:t>
    </dgm:pt>
    <dgm:pt modelId="{C2C37703-3402-4283-8772-F8387C4E7779}" type="sibTrans" cxnId="{69FD5E23-8EBF-43B7-8DB4-61279032BC80}">
      <dgm:prSet/>
      <dgm:spPr/>
      <dgm:t>
        <a:bodyPr/>
        <a:lstStyle/>
        <a:p>
          <a:endParaRPr lang="en-US"/>
        </a:p>
      </dgm:t>
    </dgm:pt>
    <dgm:pt modelId="{F464817A-784E-4FA6-AF6E-E20C662729C9}">
      <dgm:prSet/>
      <dgm:spPr/>
      <dgm:t>
        <a:bodyPr/>
        <a:lstStyle/>
        <a:p>
          <a:r>
            <a:rPr lang="en-CA" b="0" i="0"/>
            <a:t>Performed acceptance testing with our supervisor to ensure his initial requirements and intentions were reached</a:t>
          </a:r>
          <a:endParaRPr lang="en-US"/>
        </a:p>
      </dgm:t>
    </dgm:pt>
    <dgm:pt modelId="{39E4F5EC-BE58-42A9-AAA3-17A525057775}" type="parTrans" cxnId="{D94E075B-72C7-46CB-BB54-0CB4CDB5D11A}">
      <dgm:prSet/>
      <dgm:spPr/>
      <dgm:t>
        <a:bodyPr/>
        <a:lstStyle/>
        <a:p>
          <a:endParaRPr lang="en-US"/>
        </a:p>
      </dgm:t>
    </dgm:pt>
    <dgm:pt modelId="{457D56CC-61C7-403A-8997-2525D0B50E51}" type="sibTrans" cxnId="{D94E075B-72C7-46CB-BB54-0CB4CDB5D11A}">
      <dgm:prSet/>
      <dgm:spPr/>
      <dgm:t>
        <a:bodyPr/>
        <a:lstStyle/>
        <a:p>
          <a:endParaRPr lang="en-US"/>
        </a:p>
      </dgm:t>
    </dgm:pt>
    <dgm:pt modelId="{2CD0439E-A419-43CA-A3B5-7E812750B2F4}" type="pres">
      <dgm:prSet presAssocID="{B5010B81-63F1-4ABF-ADDE-71DA4BA07FB0}" presName="root" presStyleCnt="0">
        <dgm:presLayoutVars>
          <dgm:dir/>
          <dgm:resizeHandles val="exact"/>
        </dgm:presLayoutVars>
      </dgm:prSet>
      <dgm:spPr/>
    </dgm:pt>
    <dgm:pt modelId="{41A8B5E1-068F-4FDD-8010-212D56089617}" type="pres">
      <dgm:prSet presAssocID="{EF0F9954-9131-45E3-A5C5-D90FA539C8EC}" presName="compNode" presStyleCnt="0"/>
      <dgm:spPr/>
    </dgm:pt>
    <dgm:pt modelId="{DF2D9988-0A7A-4977-9511-0EFFA6968000}" type="pres">
      <dgm:prSet presAssocID="{EF0F9954-9131-45E3-A5C5-D90FA539C8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554CEA25-FAEF-4553-A9D4-BA5A3737B593}" type="pres">
      <dgm:prSet presAssocID="{EF0F9954-9131-45E3-A5C5-D90FA539C8EC}" presName="spaceRect" presStyleCnt="0"/>
      <dgm:spPr/>
    </dgm:pt>
    <dgm:pt modelId="{AC4231CC-26C9-4B89-8B5E-4A776D4C62B3}" type="pres">
      <dgm:prSet presAssocID="{EF0F9954-9131-45E3-A5C5-D90FA539C8EC}" presName="textRect" presStyleLbl="revTx" presStyleIdx="0" presStyleCnt="3">
        <dgm:presLayoutVars>
          <dgm:chMax val="1"/>
          <dgm:chPref val="1"/>
        </dgm:presLayoutVars>
      </dgm:prSet>
      <dgm:spPr/>
    </dgm:pt>
    <dgm:pt modelId="{27F2E3EF-BE7D-46E8-B88C-1E8AFE55B230}" type="pres">
      <dgm:prSet presAssocID="{F2946A3D-BFED-42AF-A99B-F0390DDDF16B}" presName="sibTrans" presStyleCnt="0"/>
      <dgm:spPr/>
    </dgm:pt>
    <dgm:pt modelId="{9477D196-CFB8-46C3-82F6-846BC8C227A6}" type="pres">
      <dgm:prSet presAssocID="{D82FF333-06A9-420B-97AA-9F7505F0E538}" presName="compNode" presStyleCnt="0"/>
      <dgm:spPr/>
    </dgm:pt>
    <dgm:pt modelId="{02EB568E-5E82-4F2C-98D2-78FAEF432FB3}" type="pres">
      <dgm:prSet presAssocID="{D82FF333-06A9-420B-97AA-9F7505F0E53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A76D7C6D-FFB6-46A7-9A82-3964AA030E65}" type="pres">
      <dgm:prSet presAssocID="{D82FF333-06A9-420B-97AA-9F7505F0E538}" presName="spaceRect" presStyleCnt="0"/>
      <dgm:spPr/>
    </dgm:pt>
    <dgm:pt modelId="{A8F9F10E-1250-42CF-8466-8A5E223E8073}" type="pres">
      <dgm:prSet presAssocID="{D82FF333-06A9-420B-97AA-9F7505F0E538}" presName="textRect" presStyleLbl="revTx" presStyleIdx="1" presStyleCnt="3">
        <dgm:presLayoutVars>
          <dgm:chMax val="1"/>
          <dgm:chPref val="1"/>
        </dgm:presLayoutVars>
      </dgm:prSet>
      <dgm:spPr/>
    </dgm:pt>
    <dgm:pt modelId="{921BF7E5-7395-433D-8197-338515902632}" type="pres">
      <dgm:prSet presAssocID="{C2C37703-3402-4283-8772-F8387C4E7779}" presName="sibTrans" presStyleCnt="0"/>
      <dgm:spPr/>
    </dgm:pt>
    <dgm:pt modelId="{CC24567F-07E4-4AA3-872A-2DE5E4E747C3}" type="pres">
      <dgm:prSet presAssocID="{F464817A-784E-4FA6-AF6E-E20C662729C9}" presName="compNode" presStyleCnt="0"/>
      <dgm:spPr/>
    </dgm:pt>
    <dgm:pt modelId="{C763C83E-82F9-4D51-A42D-C0E52C33B290}" type="pres">
      <dgm:prSet presAssocID="{F464817A-784E-4FA6-AF6E-E20C662729C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9D74258F-6627-4ED0-B8BF-6BE9BCFAECE1}" type="pres">
      <dgm:prSet presAssocID="{F464817A-784E-4FA6-AF6E-E20C662729C9}" presName="spaceRect" presStyleCnt="0"/>
      <dgm:spPr/>
    </dgm:pt>
    <dgm:pt modelId="{65221881-61BF-4B36-AB56-D3912AB549D6}" type="pres">
      <dgm:prSet presAssocID="{F464817A-784E-4FA6-AF6E-E20C662729C9}" presName="textRect" presStyleLbl="revTx" presStyleIdx="2" presStyleCnt="3">
        <dgm:presLayoutVars>
          <dgm:chMax val="1"/>
          <dgm:chPref val="1"/>
        </dgm:presLayoutVars>
      </dgm:prSet>
      <dgm:spPr/>
    </dgm:pt>
  </dgm:ptLst>
  <dgm:cxnLst>
    <dgm:cxn modelId="{69FD5E23-8EBF-43B7-8DB4-61279032BC80}" srcId="{B5010B81-63F1-4ABF-ADDE-71DA4BA07FB0}" destId="{D82FF333-06A9-420B-97AA-9F7505F0E538}" srcOrd="1" destOrd="0" parTransId="{D731F03C-1872-4EE2-993A-C855AB7AEE49}" sibTransId="{C2C37703-3402-4283-8772-F8387C4E7779}"/>
    <dgm:cxn modelId="{D94E075B-72C7-46CB-BB54-0CB4CDB5D11A}" srcId="{B5010B81-63F1-4ABF-ADDE-71DA4BA07FB0}" destId="{F464817A-784E-4FA6-AF6E-E20C662729C9}" srcOrd="2" destOrd="0" parTransId="{39E4F5EC-BE58-42A9-AAA3-17A525057775}" sibTransId="{457D56CC-61C7-403A-8997-2525D0B50E51}"/>
    <dgm:cxn modelId="{7089C97F-0491-4483-A2D0-CE3B7BE372EE}" type="presOf" srcId="{EF0F9954-9131-45E3-A5C5-D90FA539C8EC}" destId="{AC4231CC-26C9-4B89-8B5E-4A776D4C62B3}" srcOrd="0" destOrd="0" presId="urn:microsoft.com/office/officeart/2018/2/layout/IconLabelList"/>
    <dgm:cxn modelId="{9ECAF2BA-C5EE-4058-B91A-1269850B2000}" type="presOf" srcId="{B5010B81-63F1-4ABF-ADDE-71DA4BA07FB0}" destId="{2CD0439E-A419-43CA-A3B5-7E812750B2F4}" srcOrd="0" destOrd="0" presId="urn:microsoft.com/office/officeart/2018/2/layout/IconLabelList"/>
    <dgm:cxn modelId="{4D0006C1-FA43-49EE-B296-9AAD1F936D49}" type="presOf" srcId="{F464817A-784E-4FA6-AF6E-E20C662729C9}" destId="{65221881-61BF-4B36-AB56-D3912AB549D6}" srcOrd="0" destOrd="0" presId="urn:microsoft.com/office/officeart/2018/2/layout/IconLabelList"/>
    <dgm:cxn modelId="{7EC1E5E6-060D-42C9-9E80-393F34BB4DB2}" type="presOf" srcId="{D82FF333-06A9-420B-97AA-9F7505F0E538}" destId="{A8F9F10E-1250-42CF-8466-8A5E223E8073}" srcOrd="0" destOrd="0" presId="urn:microsoft.com/office/officeart/2018/2/layout/IconLabelList"/>
    <dgm:cxn modelId="{DA8AF7E9-7381-41C1-B768-E251FB5C2078}" srcId="{B5010B81-63F1-4ABF-ADDE-71DA4BA07FB0}" destId="{EF0F9954-9131-45E3-A5C5-D90FA539C8EC}" srcOrd="0" destOrd="0" parTransId="{141C7C5D-3C55-411C-8D4E-B3F73641D6F6}" sibTransId="{F2946A3D-BFED-42AF-A99B-F0390DDDF16B}"/>
    <dgm:cxn modelId="{CC4EB5A6-C065-4CB4-98ED-A6C21FF5CFD8}" type="presParOf" srcId="{2CD0439E-A419-43CA-A3B5-7E812750B2F4}" destId="{41A8B5E1-068F-4FDD-8010-212D56089617}" srcOrd="0" destOrd="0" presId="urn:microsoft.com/office/officeart/2018/2/layout/IconLabelList"/>
    <dgm:cxn modelId="{8651502F-AC1D-4BE4-8FF5-6F77C316A0B3}" type="presParOf" srcId="{41A8B5E1-068F-4FDD-8010-212D56089617}" destId="{DF2D9988-0A7A-4977-9511-0EFFA6968000}" srcOrd="0" destOrd="0" presId="urn:microsoft.com/office/officeart/2018/2/layout/IconLabelList"/>
    <dgm:cxn modelId="{FB4282CA-9BEF-4E26-85F7-97C14283A634}" type="presParOf" srcId="{41A8B5E1-068F-4FDD-8010-212D56089617}" destId="{554CEA25-FAEF-4553-A9D4-BA5A3737B593}" srcOrd="1" destOrd="0" presId="urn:microsoft.com/office/officeart/2018/2/layout/IconLabelList"/>
    <dgm:cxn modelId="{3FD68084-415D-4B40-81A9-7319165CE377}" type="presParOf" srcId="{41A8B5E1-068F-4FDD-8010-212D56089617}" destId="{AC4231CC-26C9-4B89-8B5E-4A776D4C62B3}" srcOrd="2" destOrd="0" presId="urn:microsoft.com/office/officeart/2018/2/layout/IconLabelList"/>
    <dgm:cxn modelId="{8FCBBFB0-08AB-4DE9-9B72-BD87BDAA1CC8}" type="presParOf" srcId="{2CD0439E-A419-43CA-A3B5-7E812750B2F4}" destId="{27F2E3EF-BE7D-46E8-B88C-1E8AFE55B230}" srcOrd="1" destOrd="0" presId="urn:microsoft.com/office/officeart/2018/2/layout/IconLabelList"/>
    <dgm:cxn modelId="{37210885-FCDF-4F66-93FB-7C517B0FC8A2}" type="presParOf" srcId="{2CD0439E-A419-43CA-A3B5-7E812750B2F4}" destId="{9477D196-CFB8-46C3-82F6-846BC8C227A6}" srcOrd="2" destOrd="0" presId="urn:microsoft.com/office/officeart/2018/2/layout/IconLabelList"/>
    <dgm:cxn modelId="{B72D9622-55B4-4E6B-AFBA-C13B106F5284}" type="presParOf" srcId="{9477D196-CFB8-46C3-82F6-846BC8C227A6}" destId="{02EB568E-5E82-4F2C-98D2-78FAEF432FB3}" srcOrd="0" destOrd="0" presId="urn:microsoft.com/office/officeart/2018/2/layout/IconLabelList"/>
    <dgm:cxn modelId="{2A2E4359-0900-4318-A209-6018E5A661B2}" type="presParOf" srcId="{9477D196-CFB8-46C3-82F6-846BC8C227A6}" destId="{A76D7C6D-FFB6-46A7-9A82-3964AA030E65}" srcOrd="1" destOrd="0" presId="urn:microsoft.com/office/officeart/2018/2/layout/IconLabelList"/>
    <dgm:cxn modelId="{AF4B1701-90A7-40EF-AE2F-E68F0616A5E9}" type="presParOf" srcId="{9477D196-CFB8-46C3-82F6-846BC8C227A6}" destId="{A8F9F10E-1250-42CF-8466-8A5E223E8073}" srcOrd="2" destOrd="0" presId="urn:microsoft.com/office/officeart/2018/2/layout/IconLabelList"/>
    <dgm:cxn modelId="{07DC6296-E599-4E27-A510-476E9F888FF1}" type="presParOf" srcId="{2CD0439E-A419-43CA-A3B5-7E812750B2F4}" destId="{921BF7E5-7395-433D-8197-338515902632}" srcOrd="3" destOrd="0" presId="urn:microsoft.com/office/officeart/2018/2/layout/IconLabelList"/>
    <dgm:cxn modelId="{D696D9A2-A7CE-47AC-BF37-F754084437C4}" type="presParOf" srcId="{2CD0439E-A419-43CA-A3B5-7E812750B2F4}" destId="{CC24567F-07E4-4AA3-872A-2DE5E4E747C3}" srcOrd="4" destOrd="0" presId="urn:microsoft.com/office/officeart/2018/2/layout/IconLabelList"/>
    <dgm:cxn modelId="{02FDDB02-6B51-405B-9861-9851E6D632A2}" type="presParOf" srcId="{CC24567F-07E4-4AA3-872A-2DE5E4E747C3}" destId="{C763C83E-82F9-4D51-A42D-C0E52C33B290}" srcOrd="0" destOrd="0" presId="urn:microsoft.com/office/officeart/2018/2/layout/IconLabelList"/>
    <dgm:cxn modelId="{99B4F4E7-EE82-454C-B3F3-A6180321AC9A}" type="presParOf" srcId="{CC24567F-07E4-4AA3-872A-2DE5E4E747C3}" destId="{9D74258F-6627-4ED0-B8BF-6BE9BCFAECE1}" srcOrd="1" destOrd="0" presId="urn:microsoft.com/office/officeart/2018/2/layout/IconLabelList"/>
    <dgm:cxn modelId="{2D99FB2C-D74B-4B45-A992-F83FF593B0D3}" type="presParOf" srcId="{CC24567F-07E4-4AA3-872A-2DE5E4E747C3}" destId="{65221881-61BF-4B36-AB56-D3912AB549D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450607-96A2-47B6-B95C-2FFF065961D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F8165D9-15F3-409F-8814-818D94A7F355}">
      <dgm:prSet/>
      <dgm:spPr/>
      <dgm:t>
        <a:bodyPr/>
        <a:lstStyle/>
        <a:p>
          <a:pPr>
            <a:lnSpc>
              <a:spcPct val="100000"/>
            </a:lnSpc>
          </a:pPr>
          <a:r>
            <a:rPr lang="en-US"/>
            <a:t>All aspects of event and survey management are centralized into one platform</a:t>
          </a:r>
        </a:p>
      </dgm:t>
    </dgm:pt>
    <dgm:pt modelId="{D64A7B42-5E2D-4B4A-A387-8B9EC0B7F579}" type="parTrans" cxnId="{4F9E183C-5AE1-42F0-8909-67515CC5FA73}">
      <dgm:prSet/>
      <dgm:spPr/>
      <dgm:t>
        <a:bodyPr/>
        <a:lstStyle/>
        <a:p>
          <a:endParaRPr lang="en-US"/>
        </a:p>
      </dgm:t>
    </dgm:pt>
    <dgm:pt modelId="{B966E18D-1FCE-4E01-B6F6-7CFCB20123A1}" type="sibTrans" cxnId="{4F9E183C-5AE1-42F0-8909-67515CC5FA73}">
      <dgm:prSet/>
      <dgm:spPr/>
      <dgm:t>
        <a:bodyPr/>
        <a:lstStyle/>
        <a:p>
          <a:pPr>
            <a:lnSpc>
              <a:spcPct val="100000"/>
            </a:lnSpc>
          </a:pPr>
          <a:endParaRPr lang="en-US"/>
        </a:p>
      </dgm:t>
    </dgm:pt>
    <dgm:pt modelId="{E6E4857A-9118-4570-A65A-06B744D1A98F}">
      <dgm:prSet/>
      <dgm:spPr/>
      <dgm:t>
        <a:bodyPr/>
        <a:lstStyle/>
        <a:p>
          <a:pPr>
            <a:lnSpc>
              <a:spcPct val="100000"/>
            </a:lnSpc>
          </a:pPr>
          <a:r>
            <a:rPr lang="en-US"/>
            <a:t>Higher level of control for admins, with much more efficient workflows</a:t>
          </a:r>
        </a:p>
      </dgm:t>
    </dgm:pt>
    <dgm:pt modelId="{7D9D97F4-5C97-418A-B336-83BBFB7F31A8}" type="parTrans" cxnId="{F9E0910B-D6C4-4AC6-AFCE-AF4A00001A22}">
      <dgm:prSet/>
      <dgm:spPr/>
      <dgm:t>
        <a:bodyPr/>
        <a:lstStyle/>
        <a:p>
          <a:endParaRPr lang="en-US"/>
        </a:p>
      </dgm:t>
    </dgm:pt>
    <dgm:pt modelId="{97DBFB47-8EAB-46A1-B86A-CF16462C3416}" type="sibTrans" cxnId="{F9E0910B-D6C4-4AC6-AFCE-AF4A00001A22}">
      <dgm:prSet/>
      <dgm:spPr/>
      <dgm:t>
        <a:bodyPr/>
        <a:lstStyle/>
        <a:p>
          <a:pPr>
            <a:lnSpc>
              <a:spcPct val="100000"/>
            </a:lnSpc>
          </a:pPr>
          <a:endParaRPr lang="en-US"/>
        </a:p>
      </dgm:t>
    </dgm:pt>
    <dgm:pt modelId="{48B9A583-DBFF-41B5-8F92-F74E34FFBB76}">
      <dgm:prSet/>
      <dgm:spPr/>
      <dgm:t>
        <a:bodyPr/>
        <a:lstStyle/>
        <a:p>
          <a:pPr>
            <a:lnSpc>
              <a:spcPct val="100000"/>
            </a:lnSpc>
          </a:pPr>
          <a:r>
            <a:rPr lang="en-US"/>
            <a:t>Easier registration </a:t>
          </a:r>
          <a:r>
            <a:rPr lang="en-US">
              <a:latin typeface="Century Gothic" panose="020B0502020202020204"/>
            </a:rPr>
            <a:t>and check-in </a:t>
          </a:r>
          <a:r>
            <a:rPr lang="en-US"/>
            <a:t>for users</a:t>
          </a:r>
        </a:p>
      </dgm:t>
    </dgm:pt>
    <dgm:pt modelId="{9D384A12-77D5-4E8C-BB16-B059429B5F8F}" type="parTrans" cxnId="{DDC40136-9793-44AE-B3FF-FADC85B71413}">
      <dgm:prSet/>
      <dgm:spPr/>
      <dgm:t>
        <a:bodyPr/>
        <a:lstStyle/>
        <a:p>
          <a:endParaRPr lang="en-US"/>
        </a:p>
      </dgm:t>
    </dgm:pt>
    <dgm:pt modelId="{34AA5924-5674-4D13-AA75-AFE834F2822B}" type="sibTrans" cxnId="{DDC40136-9793-44AE-B3FF-FADC85B71413}">
      <dgm:prSet/>
      <dgm:spPr/>
      <dgm:t>
        <a:bodyPr/>
        <a:lstStyle/>
        <a:p>
          <a:pPr>
            <a:lnSpc>
              <a:spcPct val="100000"/>
            </a:lnSpc>
          </a:pPr>
          <a:endParaRPr lang="en-US"/>
        </a:p>
      </dgm:t>
    </dgm:pt>
    <dgm:pt modelId="{08762CD1-C70B-4229-9A2B-1F07A73BC269}">
      <dgm:prSet/>
      <dgm:spPr/>
      <dgm:t>
        <a:bodyPr/>
        <a:lstStyle/>
        <a:p>
          <a:pPr>
            <a:lnSpc>
              <a:spcPct val="100000"/>
            </a:lnSpc>
          </a:pPr>
          <a:r>
            <a:rPr lang="en-US"/>
            <a:t>Modular surveys to make larger forms easier to digest</a:t>
          </a:r>
        </a:p>
      </dgm:t>
    </dgm:pt>
    <dgm:pt modelId="{07A75EA9-1412-436E-B5B3-F2A4D4290156}" type="parTrans" cxnId="{1C25A537-E0E5-48B5-A9A1-F3F95F6296FB}">
      <dgm:prSet/>
      <dgm:spPr/>
      <dgm:t>
        <a:bodyPr/>
        <a:lstStyle/>
        <a:p>
          <a:endParaRPr lang="en-US"/>
        </a:p>
      </dgm:t>
    </dgm:pt>
    <dgm:pt modelId="{FFE85531-F688-46EB-8039-E8E001EE6F0E}" type="sibTrans" cxnId="{1C25A537-E0E5-48B5-A9A1-F3F95F6296FB}">
      <dgm:prSet/>
      <dgm:spPr/>
      <dgm:t>
        <a:bodyPr/>
        <a:lstStyle/>
        <a:p>
          <a:endParaRPr lang="en-US"/>
        </a:p>
      </dgm:t>
    </dgm:pt>
    <dgm:pt modelId="{F94EF0D7-ABEE-4D57-A11E-0340301C4E9B}" type="pres">
      <dgm:prSet presAssocID="{9E450607-96A2-47B6-B95C-2FFF065961D1}" presName="root" presStyleCnt="0">
        <dgm:presLayoutVars>
          <dgm:dir/>
          <dgm:resizeHandles val="exact"/>
        </dgm:presLayoutVars>
      </dgm:prSet>
      <dgm:spPr/>
    </dgm:pt>
    <dgm:pt modelId="{C19C7C1E-B3C9-4B7E-B87B-1A88EF95C3B8}" type="pres">
      <dgm:prSet presAssocID="{9E450607-96A2-47B6-B95C-2FFF065961D1}" presName="container" presStyleCnt="0">
        <dgm:presLayoutVars>
          <dgm:dir/>
          <dgm:resizeHandles val="exact"/>
        </dgm:presLayoutVars>
      </dgm:prSet>
      <dgm:spPr/>
    </dgm:pt>
    <dgm:pt modelId="{63766DE6-DAF7-4AE0-96BB-C27D4E7C6C87}" type="pres">
      <dgm:prSet presAssocID="{0F8165D9-15F3-409F-8814-818D94A7F355}" presName="compNode" presStyleCnt="0"/>
      <dgm:spPr/>
    </dgm:pt>
    <dgm:pt modelId="{800E14D4-6920-4AF1-916D-F8BC9F388BCC}" type="pres">
      <dgm:prSet presAssocID="{0F8165D9-15F3-409F-8814-818D94A7F355}" presName="iconBgRect" presStyleLbl="bgShp" presStyleIdx="0" presStyleCnt="4"/>
      <dgm:spPr/>
    </dgm:pt>
    <dgm:pt modelId="{CDAA2C9F-7F0A-4744-9398-6B7FF75FED9C}" type="pres">
      <dgm:prSet presAssocID="{0F8165D9-15F3-409F-8814-818D94A7F35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23263AB0-4C26-4033-963B-B89FFD76986A}" type="pres">
      <dgm:prSet presAssocID="{0F8165D9-15F3-409F-8814-818D94A7F355}" presName="spaceRect" presStyleCnt="0"/>
      <dgm:spPr/>
    </dgm:pt>
    <dgm:pt modelId="{E9740DD5-B191-4DE7-BA6E-9009736D6A06}" type="pres">
      <dgm:prSet presAssocID="{0F8165D9-15F3-409F-8814-818D94A7F355}" presName="textRect" presStyleLbl="revTx" presStyleIdx="0" presStyleCnt="4">
        <dgm:presLayoutVars>
          <dgm:chMax val="1"/>
          <dgm:chPref val="1"/>
        </dgm:presLayoutVars>
      </dgm:prSet>
      <dgm:spPr/>
    </dgm:pt>
    <dgm:pt modelId="{C772F007-31E5-4B01-8144-A4259CB9487F}" type="pres">
      <dgm:prSet presAssocID="{B966E18D-1FCE-4E01-B6F6-7CFCB20123A1}" presName="sibTrans" presStyleLbl="sibTrans2D1" presStyleIdx="0" presStyleCnt="0"/>
      <dgm:spPr/>
    </dgm:pt>
    <dgm:pt modelId="{FB858994-D539-4CC5-8635-C1854545DDCB}" type="pres">
      <dgm:prSet presAssocID="{E6E4857A-9118-4570-A65A-06B744D1A98F}" presName="compNode" presStyleCnt="0"/>
      <dgm:spPr/>
    </dgm:pt>
    <dgm:pt modelId="{B457B516-D7FB-4DFA-90E1-0809E7801366}" type="pres">
      <dgm:prSet presAssocID="{E6E4857A-9118-4570-A65A-06B744D1A98F}" presName="iconBgRect" presStyleLbl="bgShp" presStyleIdx="1" presStyleCnt="4"/>
      <dgm:spPr/>
    </dgm:pt>
    <dgm:pt modelId="{8C1A8192-76FB-412A-B7AE-A627F7B41FD8}" type="pres">
      <dgm:prSet presAssocID="{E6E4857A-9118-4570-A65A-06B744D1A98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E23EE374-5F7A-48D3-886D-5ECF543605F4}" type="pres">
      <dgm:prSet presAssocID="{E6E4857A-9118-4570-A65A-06B744D1A98F}" presName="spaceRect" presStyleCnt="0"/>
      <dgm:spPr/>
    </dgm:pt>
    <dgm:pt modelId="{D80A1C43-D64A-496B-8EAD-E19BB1F9CB8F}" type="pres">
      <dgm:prSet presAssocID="{E6E4857A-9118-4570-A65A-06B744D1A98F}" presName="textRect" presStyleLbl="revTx" presStyleIdx="1" presStyleCnt="4">
        <dgm:presLayoutVars>
          <dgm:chMax val="1"/>
          <dgm:chPref val="1"/>
        </dgm:presLayoutVars>
      </dgm:prSet>
      <dgm:spPr/>
    </dgm:pt>
    <dgm:pt modelId="{E8BF921A-8B1C-4273-9B3B-D2DBD444B326}" type="pres">
      <dgm:prSet presAssocID="{97DBFB47-8EAB-46A1-B86A-CF16462C3416}" presName="sibTrans" presStyleLbl="sibTrans2D1" presStyleIdx="0" presStyleCnt="0"/>
      <dgm:spPr/>
    </dgm:pt>
    <dgm:pt modelId="{679C0EDA-7704-4403-A367-9CCA5ED96ACE}" type="pres">
      <dgm:prSet presAssocID="{48B9A583-DBFF-41B5-8F92-F74E34FFBB76}" presName="compNode" presStyleCnt="0"/>
      <dgm:spPr/>
    </dgm:pt>
    <dgm:pt modelId="{0DB9EBA7-E669-49F6-97DB-115652500BD5}" type="pres">
      <dgm:prSet presAssocID="{48B9A583-DBFF-41B5-8F92-F74E34FFBB76}" presName="iconBgRect" presStyleLbl="bgShp" presStyleIdx="2" presStyleCnt="4"/>
      <dgm:spPr/>
    </dgm:pt>
    <dgm:pt modelId="{3CAE08A2-1DAD-4D59-A2DC-86B74B11FAED}" type="pres">
      <dgm:prSet presAssocID="{48B9A583-DBFF-41B5-8F92-F74E34FFBB7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C7D794DB-E8FC-44E3-B9FA-06FC3F5AE6CB}" type="pres">
      <dgm:prSet presAssocID="{48B9A583-DBFF-41B5-8F92-F74E34FFBB76}" presName="spaceRect" presStyleCnt="0"/>
      <dgm:spPr/>
    </dgm:pt>
    <dgm:pt modelId="{CEFC38C0-3CE9-43B3-B96D-E143B34AD2E6}" type="pres">
      <dgm:prSet presAssocID="{48B9A583-DBFF-41B5-8F92-F74E34FFBB76}" presName="textRect" presStyleLbl="revTx" presStyleIdx="2" presStyleCnt="4">
        <dgm:presLayoutVars>
          <dgm:chMax val="1"/>
          <dgm:chPref val="1"/>
        </dgm:presLayoutVars>
      </dgm:prSet>
      <dgm:spPr/>
    </dgm:pt>
    <dgm:pt modelId="{EFAD95E4-AC30-494F-9AE2-AF0259FBF749}" type="pres">
      <dgm:prSet presAssocID="{34AA5924-5674-4D13-AA75-AFE834F2822B}" presName="sibTrans" presStyleLbl="sibTrans2D1" presStyleIdx="0" presStyleCnt="0"/>
      <dgm:spPr/>
    </dgm:pt>
    <dgm:pt modelId="{0C14FD36-A0B9-4F95-88F6-44C6F5AB9489}" type="pres">
      <dgm:prSet presAssocID="{08762CD1-C70B-4229-9A2B-1F07A73BC269}" presName="compNode" presStyleCnt="0"/>
      <dgm:spPr/>
    </dgm:pt>
    <dgm:pt modelId="{6CED5DA0-7E80-414C-8366-0235E9B73E09}" type="pres">
      <dgm:prSet presAssocID="{08762CD1-C70B-4229-9A2B-1F07A73BC269}" presName="iconBgRect" presStyleLbl="bgShp" presStyleIdx="3" presStyleCnt="4"/>
      <dgm:spPr/>
    </dgm:pt>
    <dgm:pt modelId="{3ABAE1FF-C553-48E0-9D2B-CFFB215B1C42}" type="pres">
      <dgm:prSet presAssocID="{08762CD1-C70B-4229-9A2B-1F07A73BC26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0B38E880-88D7-4CC0-B15F-BA93B49D1DA7}" type="pres">
      <dgm:prSet presAssocID="{08762CD1-C70B-4229-9A2B-1F07A73BC269}" presName="spaceRect" presStyleCnt="0"/>
      <dgm:spPr/>
    </dgm:pt>
    <dgm:pt modelId="{E71173BE-0570-4FFE-917D-ED1E732F08F7}" type="pres">
      <dgm:prSet presAssocID="{08762CD1-C70B-4229-9A2B-1F07A73BC269}" presName="textRect" presStyleLbl="revTx" presStyleIdx="3" presStyleCnt="4">
        <dgm:presLayoutVars>
          <dgm:chMax val="1"/>
          <dgm:chPref val="1"/>
        </dgm:presLayoutVars>
      </dgm:prSet>
      <dgm:spPr/>
    </dgm:pt>
  </dgm:ptLst>
  <dgm:cxnLst>
    <dgm:cxn modelId="{F9E0910B-D6C4-4AC6-AFCE-AF4A00001A22}" srcId="{9E450607-96A2-47B6-B95C-2FFF065961D1}" destId="{E6E4857A-9118-4570-A65A-06B744D1A98F}" srcOrd="1" destOrd="0" parTransId="{7D9D97F4-5C97-418A-B336-83BBFB7F31A8}" sibTransId="{97DBFB47-8EAB-46A1-B86A-CF16462C3416}"/>
    <dgm:cxn modelId="{3B64A435-D824-4170-883B-1CFFE6C74E47}" type="presOf" srcId="{9E450607-96A2-47B6-B95C-2FFF065961D1}" destId="{F94EF0D7-ABEE-4D57-A11E-0340301C4E9B}" srcOrd="0" destOrd="0" presId="urn:microsoft.com/office/officeart/2018/2/layout/IconCircleList"/>
    <dgm:cxn modelId="{DDC40136-9793-44AE-B3FF-FADC85B71413}" srcId="{9E450607-96A2-47B6-B95C-2FFF065961D1}" destId="{48B9A583-DBFF-41B5-8F92-F74E34FFBB76}" srcOrd="2" destOrd="0" parTransId="{9D384A12-77D5-4E8C-BB16-B059429B5F8F}" sibTransId="{34AA5924-5674-4D13-AA75-AFE834F2822B}"/>
    <dgm:cxn modelId="{1C25A537-E0E5-48B5-A9A1-F3F95F6296FB}" srcId="{9E450607-96A2-47B6-B95C-2FFF065961D1}" destId="{08762CD1-C70B-4229-9A2B-1F07A73BC269}" srcOrd="3" destOrd="0" parTransId="{07A75EA9-1412-436E-B5B3-F2A4D4290156}" sibTransId="{FFE85531-F688-46EB-8039-E8E001EE6F0E}"/>
    <dgm:cxn modelId="{4F9E183C-5AE1-42F0-8909-67515CC5FA73}" srcId="{9E450607-96A2-47B6-B95C-2FFF065961D1}" destId="{0F8165D9-15F3-409F-8814-818D94A7F355}" srcOrd="0" destOrd="0" parTransId="{D64A7B42-5E2D-4B4A-A387-8B9EC0B7F579}" sibTransId="{B966E18D-1FCE-4E01-B6F6-7CFCB20123A1}"/>
    <dgm:cxn modelId="{519D1F5D-C5DE-4D46-A156-35422264BEEE}" type="presOf" srcId="{48B9A583-DBFF-41B5-8F92-F74E34FFBB76}" destId="{CEFC38C0-3CE9-43B3-B96D-E143B34AD2E6}" srcOrd="0" destOrd="0" presId="urn:microsoft.com/office/officeart/2018/2/layout/IconCircleList"/>
    <dgm:cxn modelId="{5F0C5548-3667-44EA-94FB-C86847A7288C}" type="presOf" srcId="{E6E4857A-9118-4570-A65A-06B744D1A98F}" destId="{D80A1C43-D64A-496B-8EAD-E19BB1F9CB8F}" srcOrd="0" destOrd="0" presId="urn:microsoft.com/office/officeart/2018/2/layout/IconCircleList"/>
    <dgm:cxn modelId="{46AB186A-E4FD-424C-9CEB-813864F1825B}" type="presOf" srcId="{97DBFB47-8EAB-46A1-B86A-CF16462C3416}" destId="{E8BF921A-8B1C-4273-9B3B-D2DBD444B326}" srcOrd="0" destOrd="0" presId="urn:microsoft.com/office/officeart/2018/2/layout/IconCircleList"/>
    <dgm:cxn modelId="{4084327C-78D3-41ED-8C0C-AF38083703B8}" type="presOf" srcId="{08762CD1-C70B-4229-9A2B-1F07A73BC269}" destId="{E71173BE-0570-4FFE-917D-ED1E732F08F7}" srcOrd="0" destOrd="0" presId="urn:microsoft.com/office/officeart/2018/2/layout/IconCircleList"/>
    <dgm:cxn modelId="{8FCEB8C7-0116-4F20-B6C0-A6D36A5E3EB5}" type="presOf" srcId="{B966E18D-1FCE-4E01-B6F6-7CFCB20123A1}" destId="{C772F007-31E5-4B01-8144-A4259CB9487F}" srcOrd="0" destOrd="0" presId="urn:microsoft.com/office/officeart/2018/2/layout/IconCircleList"/>
    <dgm:cxn modelId="{A77082DB-BF36-4184-9806-198704BDD7BF}" type="presOf" srcId="{0F8165D9-15F3-409F-8814-818D94A7F355}" destId="{E9740DD5-B191-4DE7-BA6E-9009736D6A06}" srcOrd="0" destOrd="0" presId="urn:microsoft.com/office/officeart/2018/2/layout/IconCircleList"/>
    <dgm:cxn modelId="{14709CE8-2B6A-49AF-8F28-CC67EAD1C77E}" type="presOf" srcId="{34AA5924-5674-4D13-AA75-AFE834F2822B}" destId="{EFAD95E4-AC30-494F-9AE2-AF0259FBF749}" srcOrd="0" destOrd="0" presId="urn:microsoft.com/office/officeart/2018/2/layout/IconCircleList"/>
    <dgm:cxn modelId="{FDD4BEE5-8B3D-4026-815B-409026DAA2FE}" type="presParOf" srcId="{F94EF0D7-ABEE-4D57-A11E-0340301C4E9B}" destId="{C19C7C1E-B3C9-4B7E-B87B-1A88EF95C3B8}" srcOrd="0" destOrd="0" presId="urn:microsoft.com/office/officeart/2018/2/layout/IconCircleList"/>
    <dgm:cxn modelId="{EEE4B406-CE44-4442-93D2-3D5FD4AE4C10}" type="presParOf" srcId="{C19C7C1E-B3C9-4B7E-B87B-1A88EF95C3B8}" destId="{63766DE6-DAF7-4AE0-96BB-C27D4E7C6C87}" srcOrd="0" destOrd="0" presId="urn:microsoft.com/office/officeart/2018/2/layout/IconCircleList"/>
    <dgm:cxn modelId="{D8ECD69B-957B-4278-8BFD-C54FAE42D736}" type="presParOf" srcId="{63766DE6-DAF7-4AE0-96BB-C27D4E7C6C87}" destId="{800E14D4-6920-4AF1-916D-F8BC9F388BCC}" srcOrd="0" destOrd="0" presId="urn:microsoft.com/office/officeart/2018/2/layout/IconCircleList"/>
    <dgm:cxn modelId="{631B69B9-3935-4D40-ACDC-3B9812AF1B9E}" type="presParOf" srcId="{63766DE6-DAF7-4AE0-96BB-C27D4E7C6C87}" destId="{CDAA2C9F-7F0A-4744-9398-6B7FF75FED9C}" srcOrd="1" destOrd="0" presId="urn:microsoft.com/office/officeart/2018/2/layout/IconCircleList"/>
    <dgm:cxn modelId="{B148DB69-5620-4237-B36B-13BAE9A82B75}" type="presParOf" srcId="{63766DE6-DAF7-4AE0-96BB-C27D4E7C6C87}" destId="{23263AB0-4C26-4033-963B-B89FFD76986A}" srcOrd="2" destOrd="0" presId="urn:microsoft.com/office/officeart/2018/2/layout/IconCircleList"/>
    <dgm:cxn modelId="{81F6E444-280B-4FB2-B82A-784800FA1765}" type="presParOf" srcId="{63766DE6-DAF7-4AE0-96BB-C27D4E7C6C87}" destId="{E9740DD5-B191-4DE7-BA6E-9009736D6A06}" srcOrd="3" destOrd="0" presId="urn:microsoft.com/office/officeart/2018/2/layout/IconCircleList"/>
    <dgm:cxn modelId="{77E721E3-052D-43F4-B30B-E2E710CFC94D}" type="presParOf" srcId="{C19C7C1E-B3C9-4B7E-B87B-1A88EF95C3B8}" destId="{C772F007-31E5-4B01-8144-A4259CB9487F}" srcOrd="1" destOrd="0" presId="urn:microsoft.com/office/officeart/2018/2/layout/IconCircleList"/>
    <dgm:cxn modelId="{AD3AA486-8F2F-4871-9C8C-7061E337623B}" type="presParOf" srcId="{C19C7C1E-B3C9-4B7E-B87B-1A88EF95C3B8}" destId="{FB858994-D539-4CC5-8635-C1854545DDCB}" srcOrd="2" destOrd="0" presId="urn:microsoft.com/office/officeart/2018/2/layout/IconCircleList"/>
    <dgm:cxn modelId="{E6A8AA00-29BA-4569-8B28-D3FCA0CC0344}" type="presParOf" srcId="{FB858994-D539-4CC5-8635-C1854545DDCB}" destId="{B457B516-D7FB-4DFA-90E1-0809E7801366}" srcOrd="0" destOrd="0" presId="urn:microsoft.com/office/officeart/2018/2/layout/IconCircleList"/>
    <dgm:cxn modelId="{19E46E48-0962-44DA-A37D-466649A8BDAB}" type="presParOf" srcId="{FB858994-D539-4CC5-8635-C1854545DDCB}" destId="{8C1A8192-76FB-412A-B7AE-A627F7B41FD8}" srcOrd="1" destOrd="0" presId="urn:microsoft.com/office/officeart/2018/2/layout/IconCircleList"/>
    <dgm:cxn modelId="{A8D41E80-7B53-4261-A3A6-1B8C6AF232FA}" type="presParOf" srcId="{FB858994-D539-4CC5-8635-C1854545DDCB}" destId="{E23EE374-5F7A-48D3-886D-5ECF543605F4}" srcOrd="2" destOrd="0" presId="urn:microsoft.com/office/officeart/2018/2/layout/IconCircleList"/>
    <dgm:cxn modelId="{2CB3CBA7-670E-4204-96F2-A0955E526573}" type="presParOf" srcId="{FB858994-D539-4CC5-8635-C1854545DDCB}" destId="{D80A1C43-D64A-496B-8EAD-E19BB1F9CB8F}" srcOrd="3" destOrd="0" presId="urn:microsoft.com/office/officeart/2018/2/layout/IconCircleList"/>
    <dgm:cxn modelId="{DA253681-6F9C-44C6-9588-231400604472}" type="presParOf" srcId="{C19C7C1E-B3C9-4B7E-B87B-1A88EF95C3B8}" destId="{E8BF921A-8B1C-4273-9B3B-D2DBD444B326}" srcOrd="3" destOrd="0" presId="urn:microsoft.com/office/officeart/2018/2/layout/IconCircleList"/>
    <dgm:cxn modelId="{BFB5E8F7-1B1B-4526-9AE9-08E96397C1A7}" type="presParOf" srcId="{C19C7C1E-B3C9-4B7E-B87B-1A88EF95C3B8}" destId="{679C0EDA-7704-4403-A367-9CCA5ED96ACE}" srcOrd="4" destOrd="0" presId="urn:microsoft.com/office/officeart/2018/2/layout/IconCircleList"/>
    <dgm:cxn modelId="{1C1CFCF7-A189-4F2F-8C7B-725325823EDE}" type="presParOf" srcId="{679C0EDA-7704-4403-A367-9CCA5ED96ACE}" destId="{0DB9EBA7-E669-49F6-97DB-115652500BD5}" srcOrd="0" destOrd="0" presId="urn:microsoft.com/office/officeart/2018/2/layout/IconCircleList"/>
    <dgm:cxn modelId="{17B75ABE-FADA-48A8-83C2-D1D4D7231113}" type="presParOf" srcId="{679C0EDA-7704-4403-A367-9CCA5ED96ACE}" destId="{3CAE08A2-1DAD-4D59-A2DC-86B74B11FAED}" srcOrd="1" destOrd="0" presId="urn:microsoft.com/office/officeart/2018/2/layout/IconCircleList"/>
    <dgm:cxn modelId="{36889DB2-3B5B-4AC5-866C-0274B7446AF6}" type="presParOf" srcId="{679C0EDA-7704-4403-A367-9CCA5ED96ACE}" destId="{C7D794DB-E8FC-44E3-B9FA-06FC3F5AE6CB}" srcOrd="2" destOrd="0" presId="urn:microsoft.com/office/officeart/2018/2/layout/IconCircleList"/>
    <dgm:cxn modelId="{7832EAD0-FF87-4339-969E-3F92C6D481C8}" type="presParOf" srcId="{679C0EDA-7704-4403-A367-9CCA5ED96ACE}" destId="{CEFC38C0-3CE9-43B3-B96D-E143B34AD2E6}" srcOrd="3" destOrd="0" presId="urn:microsoft.com/office/officeart/2018/2/layout/IconCircleList"/>
    <dgm:cxn modelId="{D5D45647-4292-4B4B-8283-626C64D542F6}" type="presParOf" srcId="{C19C7C1E-B3C9-4B7E-B87B-1A88EF95C3B8}" destId="{EFAD95E4-AC30-494F-9AE2-AF0259FBF749}" srcOrd="5" destOrd="0" presId="urn:microsoft.com/office/officeart/2018/2/layout/IconCircleList"/>
    <dgm:cxn modelId="{AD1FD6DD-32E0-4ABF-A825-72E7D675238C}" type="presParOf" srcId="{C19C7C1E-B3C9-4B7E-B87B-1A88EF95C3B8}" destId="{0C14FD36-A0B9-4F95-88F6-44C6F5AB9489}" srcOrd="6" destOrd="0" presId="urn:microsoft.com/office/officeart/2018/2/layout/IconCircleList"/>
    <dgm:cxn modelId="{4DB4ACA3-320C-4F79-84A1-15A13E0C9A60}" type="presParOf" srcId="{0C14FD36-A0B9-4F95-88F6-44C6F5AB9489}" destId="{6CED5DA0-7E80-414C-8366-0235E9B73E09}" srcOrd="0" destOrd="0" presId="urn:microsoft.com/office/officeart/2018/2/layout/IconCircleList"/>
    <dgm:cxn modelId="{D2E2C0EA-092A-4F91-B3F8-6953E780C84E}" type="presParOf" srcId="{0C14FD36-A0B9-4F95-88F6-44C6F5AB9489}" destId="{3ABAE1FF-C553-48E0-9D2B-CFFB215B1C42}" srcOrd="1" destOrd="0" presId="urn:microsoft.com/office/officeart/2018/2/layout/IconCircleList"/>
    <dgm:cxn modelId="{061E786B-198E-4750-B4D0-DD06321C79C0}" type="presParOf" srcId="{0C14FD36-A0B9-4F95-88F6-44C6F5AB9489}" destId="{0B38E880-88D7-4CC0-B15F-BA93B49D1DA7}" srcOrd="2" destOrd="0" presId="urn:microsoft.com/office/officeart/2018/2/layout/IconCircleList"/>
    <dgm:cxn modelId="{588229CB-7FF6-433E-A993-E5AFB341965B}" type="presParOf" srcId="{0C14FD36-A0B9-4F95-88F6-44C6F5AB9489}" destId="{E71173BE-0570-4FFE-917D-ED1E732F08F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DA715D-AD44-4D8D-9BEB-A9DCDCB89FCB}">
      <dsp:nvSpPr>
        <dsp:cNvPr id="0" name=""/>
        <dsp:cNvSpPr/>
      </dsp:nvSpPr>
      <dsp:spPr>
        <a:xfrm>
          <a:off x="0" y="1897"/>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4D0575-F4B8-4AE9-834F-171ED49BDD0D}">
      <dsp:nvSpPr>
        <dsp:cNvPr id="0" name=""/>
        <dsp:cNvSpPr/>
      </dsp:nvSpPr>
      <dsp:spPr>
        <a:xfrm>
          <a:off x="290922" y="218286"/>
          <a:ext cx="528950" cy="5289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C99DAE0-D014-4314-BFB7-0F6D13F86A0D}">
      <dsp:nvSpPr>
        <dsp:cNvPr id="0" name=""/>
        <dsp:cNvSpPr/>
      </dsp:nvSpPr>
      <dsp:spPr>
        <a:xfrm>
          <a:off x="1110795" y="1897"/>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44550">
            <a:lnSpc>
              <a:spcPct val="100000"/>
            </a:lnSpc>
            <a:spcBef>
              <a:spcPct val="0"/>
            </a:spcBef>
            <a:spcAft>
              <a:spcPct val="35000"/>
            </a:spcAft>
            <a:buNone/>
          </a:pPr>
          <a:r>
            <a:rPr lang="en-GB" sz="1900" b="0" i="0" kern="1200"/>
            <a:t>Develop a custom Modular Form Builder</a:t>
          </a:r>
          <a:endParaRPr lang="en-US" sz="1900" kern="1200"/>
        </a:p>
      </dsp:txBody>
      <dsp:txXfrm>
        <a:off x="1110795" y="1897"/>
        <a:ext cx="5385254" cy="961727"/>
      </dsp:txXfrm>
    </dsp:sp>
    <dsp:sp modelId="{E1934B0A-A230-4560-A1BF-2B656B459D56}">
      <dsp:nvSpPr>
        <dsp:cNvPr id="0" name=""/>
        <dsp:cNvSpPr/>
      </dsp:nvSpPr>
      <dsp:spPr>
        <a:xfrm>
          <a:off x="0" y="1204056"/>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E3F27F-2891-45D5-947C-5F3500133424}">
      <dsp:nvSpPr>
        <dsp:cNvPr id="0" name=""/>
        <dsp:cNvSpPr/>
      </dsp:nvSpPr>
      <dsp:spPr>
        <a:xfrm>
          <a:off x="290922" y="1420445"/>
          <a:ext cx="528950" cy="5289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20A4C5B-A428-43AC-BEBD-606FC482DC4A}">
      <dsp:nvSpPr>
        <dsp:cNvPr id="0" name=""/>
        <dsp:cNvSpPr/>
      </dsp:nvSpPr>
      <dsp:spPr>
        <a:xfrm>
          <a:off x="1110795" y="1204056"/>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44550">
            <a:lnSpc>
              <a:spcPct val="100000"/>
            </a:lnSpc>
            <a:spcBef>
              <a:spcPct val="0"/>
            </a:spcBef>
            <a:spcAft>
              <a:spcPct val="35000"/>
            </a:spcAft>
            <a:buNone/>
          </a:pPr>
          <a:r>
            <a:rPr lang="en-GB" sz="1900" b="0" i="0" kern="1200"/>
            <a:t>Create a streamlined Event Creation and Registration process</a:t>
          </a:r>
          <a:endParaRPr lang="en-US" sz="1900" kern="1200"/>
        </a:p>
      </dsp:txBody>
      <dsp:txXfrm>
        <a:off x="1110795" y="1204056"/>
        <a:ext cx="5385254" cy="961727"/>
      </dsp:txXfrm>
    </dsp:sp>
    <dsp:sp modelId="{3616E861-42B7-45E7-9F38-B5DBF57FEABB}">
      <dsp:nvSpPr>
        <dsp:cNvPr id="0" name=""/>
        <dsp:cNvSpPr/>
      </dsp:nvSpPr>
      <dsp:spPr>
        <a:xfrm>
          <a:off x="0" y="2406215"/>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895C05-A6A5-49B8-8244-2821FE26DD70}">
      <dsp:nvSpPr>
        <dsp:cNvPr id="0" name=""/>
        <dsp:cNvSpPr/>
      </dsp:nvSpPr>
      <dsp:spPr>
        <a:xfrm>
          <a:off x="290922" y="2622604"/>
          <a:ext cx="528950" cy="5289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8EFAD66-3F35-4A9F-8D3C-0784FA90EA4B}">
      <dsp:nvSpPr>
        <dsp:cNvPr id="0" name=""/>
        <dsp:cNvSpPr/>
      </dsp:nvSpPr>
      <dsp:spPr>
        <a:xfrm>
          <a:off x="1110795" y="2406215"/>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44550">
            <a:lnSpc>
              <a:spcPct val="100000"/>
            </a:lnSpc>
            <a:spcBef>
              <a:spcPct val="0"/>
            </a:spcBef>
            <a:spcAft>
              <a:spcPct val="35000"/>
            </a:spcAft>
            <a:buNone/>
          </a:pPr>
          <a:r>
            <a:rPr lang="en-GB" sz="1900" b="0" i="0" kern="1200"/>
            <a:t>Provide detailed and intuitive data analytics and visualization</a:t>
          </a:r>
          <a:endParaRPr lang="en-US" sz="1900" kern="1200"/>
        </a:p>
      </dsp:txBody>
      <dsp:txXfrm>
        <a:off x="1110795" y="2406215"/>
        <a:ext cx="5385254" cy="961727"/>
      </dsp:txXfrm>
    </dsp:sp>
    <dsp:sp modelId="{96BCE963-904C-4195-97AF-968C91DD6BF3}">
      <dsp:nvSpPr>
        <dsp:cNvPr id="0" name=""/>
        <dsp:cNvSpPr/>
      </dsp:nvSpPr>
      <dsp:spPr>
        <a:xfrm>
          <a:off x="0" y="3608375"/>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F4BF1A-576F-4923-988E-A267FE68A71B}">
      <dsp:nvSpPr>
        <dsp:cNvPr id="0" name=""/>
        <dsp:cNvSpPr/>
      </dsp:nvSpPr>
      <dsp:spPr>
        <a:xfrm>
          <a:off x="290922" y="3824763"/>
          <a:ext cx="528950" cy="5289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4D4B8E7-A5BC-4E97-B4AE-2F1268B7FF84}">
      <dsp:nvSpPr>
        <dsp:cNvPr id="0" name=""/>
        <dsp:cNvSpPr/>
      </dsp:nvSpPr>
      <dsp:spPr>
        <a:xfrm>
          <a:off x="1110795" y="3608375"/>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44550">
            <a:lnSpc>
              <a:spcPct val="100000"/>
            </a:lnSpc>
            <a:spcBef>
              <a:spcPct val="0"/>
            </a:spcBef>
            <a:spcAft>
              <a:spcPct val="35000"/>
            </a:spcAft>
            <a:buNone/>
          </a:pPr>
          <a:r>
            <a:rPr lang="en-GB" sz="1900" b="0" i="0" kern="1200"/>
            <a:t>Provide a centralized location for attendee and admin information management</a:t>
          </a:r>
          <a:endParaRPr lang="en-US" sz="1900" kern="1200"/>
        </a:p>
      </dsp:txBody>
      <dsp:txXfrm>
        <a:off x="1110795" y="3608375"/>
        <a:ext cx="5385254" cy="9617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AAC9F-2C4D-4A04-BDA6-E3B0E2A7999C}">
      <dsp:nvSpPr>
        <dsp:cNvPr id="0" name=""/>
        <dsp:cNvSpPr/>
      </dsp:nvSpPr>
      <dsp:spPr>
        <a:xfrm rot="5400000">
          <a:off x="2886777" y="-632470"/>
          <a:ext cx="1862827" cy="3593591"/>
        </a:xfrm>
        <a:prstGeom prst="round2Same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GB" sz="2000" b="0" i="0" kern="1200"/>
            <a:t>Vite</a:t>
          </a:r>
          <a:endParaRPr lang="en-US" sz="2000" kern="1200"/>
        </a:p>
        <a:p>
          <a:pPr marL="228600" lvl="1" indent="-228600" algn="l" defTabSz="889000">
            <a:lnSpc>
              <a:spcPct val="90000"/>
            </a:lnSpc>
            <a:spcBef>
              <a:spcPct val="0"/>
            </a:spcBef>
            <a:spcAft>
              <a:spcPct val="15000"/>
            </a:spcAft>
            <a:buChar char="•"/>
          </a:pPr>
          <a:r>
            <a:rPr lang="en-GB" sz="2000" b="0" i="0" kern="1200"/>
            <a:t>NodeJS</a:t>
          </a:r>
          <a:endParaRPr lang="en-US" sz="2000" kern="1200"/>
        </a:p>
        <a:p>
          <a:pPr marL="228600" lvl="1" indent="-228600" algn="l" defTabSz="889000">
            <a:lnSpc>
              <a:spcPct val="90000"/>
            </a:lnSpc>
            <a:spcBef>
              <a:spcPct val="0"/>
            </a:spcBef>
            <a:spcAft>
              <a:spcPct val="15000"/>
            </a:spcAft>
            <a:buChar char="•"/>
          </a:pPr>
          <a:r>
            <a:rPr lang="en-US" sz="2000" kern="1200" err="1"/>
            <a:t>Tanstack</a:t>
          </a:r>
          <a:r>
            <a:rPr lang="en-US" sz="2000" kern="1200"/>
            <a:t> Router</a:t>
          </a:r>
        </a:p>
        <a:p>
          <a:pPr marL="228600" lvl="1" indent="-228600" algn="l" defTabSz="889000">
            <a:lnSpc>
              <a:spcPct val="90000"/>
            </a:lnSpc>
            <a:spcBef>
              <a:spcPct val="0"/>
            </a:spcBef>
            <a:spcAft>
              <a:spcPct val="15000"/>
            </a:spcAft>
            <a:buChar char="•"/>
          </a:pPr>
          <a:r>
            <a:rPr lang="en-GB" sz="2000" b="0" i="0" kern="1200"/>
            <a:t>Drizzle ORM</a:t>
          </a:r>
          <a:endParaRPr lang="en-US" sz="2000" kern="1200"/>
        </a:p>
        <a:p>
          <a:pPr marL="228600" lvl="1" indent="-228600" algn="l" defTabSz="889000">
            <a:lnSpc>
              <a:spcPct val="90000"/>
            </a:lnSpc>
            <a:spcBef>
              <a:spcPct val="0"/>
            </a:spcBef>
            <a:spcAft>
              <a:spcPct val="15000"/>
            </a:spcAft>
            <a:buChar char="•"/>
          </a:pPr>
          <a:r>
            <a:rPr lang="en-GB" sz="2000" b="0" i="0" kern="1200"/>
            <a:t>PostgreSQL</a:t>
          </a:r>
          <a:endParaRPr lang="en-US" sz="2000" kern="1200"/>
        </a:p>
      </dsp:txBody>
      <dsp:txXfrm rot="-5400000">
        <a:off x="2021395" y="323848"/>
        <a:ext cx="3502655" cy="1680955"/>
      </dsp:txXfrm>
    </dsp:sp>
    <dsp:sp modelId="{0C1A75B6-39AA-4889-ACEA-AC707A882A70}">
      <dsp:nvSpPr>
        <dsp:cNvPr id="0" name=""/>
        <dsp:cNvSpPr/>
      </dsp:nvSpPr>
      <dsp:spPr>
        <a:xfrm>
          <a:off x="0" y="58"/>
          <a:ext cx="2021395" cy="2328534"/>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defRPr b="1"/>
          </a:pPr>
          <a:r>
            <a:rPr lang="en-GB" sz="3600" b="0" i="0" kern="1200"/>
            <a:t>Web App:</a:t>
          </a:r>
          <a:endParaRPr lang="en-US" sz="3600" kern="1200"/>
        </a:p>
      </dsp:txBody>
      <dsp:txXfrm>
        <a:off x="98676" y="98734"/>
        <a:ext cx="1824043" cy="2131182"/>
      </dsp:txXfrm>
    </dsp:sp>
    <dsp:sp modelId="{705D89F8-2D7C-4134-AF82-1DADDE60F7E2}">
      <dsp:nvSpPr>
        <dsp:cNvPr id="0" name=""/>
        <dsp:cNvSpPr/>
      </dsp:nvSpPr>
      <dsp:spPr>
        <a:xfrm rot="5400000">
          <a:off x="2886777" y="1812491"/>
          <a:ext cx="1862827" cy="3593591"/>
        </a:xfrm>
        <a:prstGeom prst="round2SameRect">
          <a:avLst/>
        </a:prstGeom>
        <a:solidFill>
          <a:schemeClr val="accent4">
            <a:tint val="40000"/>
            <a:alpha val="90000"/>
            <a:hueOff val="3137075"/>
            <a:satOff val="-4001"/>
            <a:lumOff val="-1561"/>
            <a:alphaOff val="0"/>
          </a:schemeClr>
        </a:solidFill>
        <a:ln w="19050" cap="rnd" cmpd="sng" algn="ctr">
          <a:solidFill>
            <a:schemeClr val="accent4">
              <a:tint val="40000"/>
              <a:alpha val="90000"/>
              <a:hueOff val="3137075"/>
              <a:satOff val="-4001"/>
              <a:lumOff val="-15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GB" sz="2000" b="0" i="0" kern="1200"/>
            <a:t>React-Native</a:t>
          </a:r>
          <a:endParaRPr lang="en-US" sz="2000" kern="1200"/>
        </a:p>
        <a:p>
          <a:pPr marL="228600" lvl="1" indent="-228600" algn="l" defTabSz="889000">
            <a:lnSpc>
              <a:spcPct val="90000"/>
            </a:lnSpc>
            <a:spcBef>
              <a:spcPct val="0"/>
            </a:spcBef>
            <a:spcAft>
              <a:spcPct val="15000"/>
            </a:spcAft>
            <a:buChar char="•"/>
          </a:pPr>
          <a:r>
            <a:rPr lang="en-GB" sz="2000" b="0" i="0" kern="1200"/>
            <a:t>Expo</a:t>
          </a:r>
          <a:endParaRPr lang="en-US" sz="2000" kern="1200"/>
        </a:p>
      </dsp:txBody>
      <dsp:txXfrm rot="-5400000">
        <a:off x="2021395" y="2768809"/>
        <a:ext cx="3502655" cy="1680955"/>
      </dsp:txXfrm>
    </dsp:sp>
    <dsp:sp modelId="{2BC901FC-CDFF-47E3-8986-4B3F4AC2ED80}">
      <dsp:nvSpPr>
        <dsp:cNvPr id="0" name=""/>
        <dsp:cNvSpPr/>
      </dsp:nvSpPr>
      <dsp:spPr>
        <a:xfrm>
          <a:off x="0" y="2445019"/>
          <a:ext cx="2021395" cy="2328534"/>
        </a:xfrm>
        <a:prstGeom prst="roundRect">
          <a:avLst/>
        </a:prstGeom>
        <a:solidFill>
          <a:schemeClr val="accent4">
            <a:hueOff val="2658761"/>
            <a:satOff val="962"/>
            <a:lumOff val="-784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defRPr b="1"/>
          </a:pPr>
          <a:r>
            <a:rPr lang="en-GB" sz="3600" b="0" i="0" kern="1200"/>
            <a:t>Mobile App:</a:t>
          </a:r>
          <a:endParaRPr lang="en-US" sz="3600" kern="1200"/>
        </a:p>
      </dsp:txBody>
      <dsp:txXfrm>
        <a:off x="98676" y="2543695"/>
        <a:ext cx="1824043" cy="21311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17A46-C91E-44FD-A0F7-071D1D95EE4F}">
      <dsp:nvSpPr>
        <dsp:cNvPr id="0" name=""/>
        <dsp:cNvSpPr/>
      </dsp:nvSpPr>
      <dsp:spPr>
        <a:xfrm>
          <a:off x="685" y="649258"/>
          <a:ext cx="2673150" cy="1603890"/>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0" i="0" kern="1200"/>
            <a:t>Fast Development and Debugging</a:t>
          </a:r>
          <a:endParaRPr lang="en-US" sz="2200" kern="1200"/>
        </a:p>
      </dsp:txBody>
      <dsp:txXfrm>
        <a:off x="685" y="649258"/>
        <a:ext cx="2673150" cy="1603890"/>
      </dsp:txXfrm>
    </dsp:sp>
    <dsp:sp modelId="{620D188C-33FF-4BD9-81D8-F90B2D00F3D5}">
      <dsp:nvSpPr>
        <dsp:cNvPr id="0" name=""/>
        <dsp:cNvSpPr/>
      </dsp:nvSpPr>
      <dsp:spPr>
        <a:xfrm>
          <a:off x="2941151" y="649258"/>
          <a:ext cx="2673150" cy="1603890"/>
        </a:xfrm>
        <a:prstGeom prst="rect">
          <a:avLst/>
        </a:prstGeom>
        <a:solidFill>
          <a:schemeClr val="accent4">
            <a:hueOff val="886254"/>
            <a:satOff val="321"/>
            <a:lumOff val="-261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0" i="0" kern="1200"/>
            <a:t>Easy to Deploy</a:t>
          </a:r>
          <a:endParaRPr lang="en-US" sz="2200" kern="1200"/>
        </a:p>
      </dsp:txBody>
      <dsp:txXfrm>
        <a:off x="2941151" y="649258"/>
        <a:ext cx="2673150" cy="1603890"/>
      </dsp:txXfrm>
    </dsp:sp>
    <dsp:sp modelId="{E1C9E905-CDF5-4497-A8F5-7F2B0D346108}">
      <dsp:nvSpPr>
        <dsp:cNvPr id="0" name=""/>
        <dsp:cNvSpPr/>
      </dsp:nvSpPr>
      <dsp:spPr>
        <a:xfrm>
          <a:off x="685" y="2520464"/>
          <a:ext cx="2673150" cy="1603890"/>
        </a:xfrm>
        <a:prstGeom prst="rect">
          <a:avLst/>
        </a:prstGeom>
        <a:solidFill>
          <a:schemeClr val="accent4">
            <a:hueOff val="1772507"/>
            <a:satOff val="641"/>
            <a:lumOff val="-52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0" i="0" kern="1200"/>
            <a:t>Easy Expandability and Modularity through Packages</a:t>
          </a:r>
          <a:endParaRPr lang="en-US" sz="2200" kern="1200"/>
        </a:p>
      </dsp:txBody>
      <dsp:txXfrm>
        <a:off x="685" y="2520464"/>
        <a:ext cx="2673150" cy="1603890"/>
      </dsp:txXfrm>
    </dsp:sp>
    <dsp:sp modelId="{7A26DD78-F65B-499B-802C-88CC5F175680}">
      <dsp:nvSpPr>
        <dsp:cNvPr id="0" name=""/>
        <dsp:cNvSpPr/>
      </dsp:nvSpPr>
      <dsp:spPr>
        <a:xfrm>
          <a:off x="2941151" y="2520464"/>
          <a:ext cx="2673150" cy="1603890"/>
        </a:xfrm>
        <a:prstGeom prst="rect">
          <a:avLst/>
        </a:prstGeom>
        <a:solidFill>
          <a:schemeClr val="accent4">
            <a:hueOff val="2658761"/>
            <a:satOff val="962"/>
            <a:lumOff val="-784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0" i="0" kern="1200"/>
            <a:t>Universal Compatibility on various platforms </a:t>
          </a:r>
          <a:endParaRPr lang="en-US" sz="2200" kern="1200"/>
        </a:p>
      </dsp:txBody>
      <dsp:txXfrm>
        <a:off x="2941151" y="2520464"/>
        <a:ext cx="2673150" cy="16038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F2C14-A995-4671-9BBF-C047709FA609}">
      <dsp:nvSpPr>
        <dsp:cNvPr id="0" name=""/>
        <dsp:cNvSpPr/>
      </dsp:nvSpPr>
      <dsp:spPr>
        <a:xfrm>
          <a:off x="0" y="567487"/>
          <a:ext cx="3064322" cy="1945844"/>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8C966B-D517-4D0D-9270-A9B53D31C891}">
      <dsp:nvSpPr>
        <dsp:cNvPr id="0" name=""/>
        <dsp:cNvSpPr/>
      </dsp:nvSpPr>
      <dsp:spPr>
        <a:xfrm>
          <a:off x="340480"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Component-Based development </a:t>
          </a:r>
        </a:p>
      </dsp:txBody>
      <dsp:txXfrm>
        <a:off x="397472" y="947936"/>
        <a:ext cx="2950338" cy="1831860"/>
      </dsp:txXfrm>
    </dsp:sp>
    <dsp:sp modelId="{03A5D131-7359-4DF8-89B8-6378D8CB7893}">
      <dsp:nvSpPr>
        <dsp:cNvPr id="0" name=""/>
        <dsp:cNvSpPr/>
      </dsp:nvSpPr>
      <dsp:spPr>
        <a:xfrm>
          <a:off x="3745283" y="567487"/>
          <a:ext cx="3064322" cy="1945844"/>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E032E3-5DB2-4575-B7B0-4DA8D4FCE2AB}">
      <dsp:nvSpPr>
        <dsp:cNvPr id="0" name=""/>
        <dsp:cNvSpPr/>
      </dsp:nvSpPr>
      <dsp:spPr>
        <a:xfrm>
          <a:off x="4085763"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Separate form and event processes </a:t>
          </a:r>
        </a:p>
      </dsp:txBody>
      <dsp:txXfrm>
        <a:off x="4142755" y="947936"/>
        <a:ext cx="2950338" cy="1831860"/>
      </dsp:txXfrm>
    </dsp:sp>
    <dsp:sp modelId="{A4A98C66-FFAB-4611-82CC-E69B7049EE76}">
      <dsp:nvSpPr>
        <dsp:cNvPr id="0" name=""/>
        <dsp:cNvSpPr/>
      </dsp:nvSpPr>
      <dsp:spPr>
        <a:xfrm>
          <a:off x="7490566" y="567487"/>
          <a:ext cx="3064322" cy="1945844"/>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518526-4183-46DE-A015-2959D01C2CCC}">
      <dsp:nvSpPr>
        <dsp:cNvPr id="0" name=""/>
        <dsp:cNvSpPr/>
      </dsp:nvSpPr>
      <dsp:spPr>
        <a:xfrm>
          <a:off x="7831047"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API-Based Architecture</a:t>
          </a:r>
          <a:endParaRPr lang="en-CA" sz="3000" kern="1200"/>
        </a:p>
      </dsp:txBody>
      <dsp:txXfrm>
        <a:off x="7888039" y="947936"/>
        <a:ext cx="2950338" cy="18318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34D64-7243-4656-B919-B8725A692CF1}">
      <dsp:nvSpPr>
        <dsp:cNvPr id="0" name=""/>
        <dsp:cNvSpPr/>
      </dsp:nvSpPr>
      <dsp:spPr>
        <a:xfrm>
          <a:off x="0" y="415"/>
          <a:ext cx="10895369" cy="9724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BEE9CC-E85D-4D5D-BC16-30364E8ED157}">
      <dsp:nvSpPr>
        <dsp:cNvPr id="0" name=""/>
        <dsp:cNvSpPr/>
      </dsp:nvSpPr>
      <dsp:spPr>
        <a:xfrm>
          <a:off x="294154" y="219208"/>
          <a:ext cx="534827" cy="5348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37CFBB6-9032-4079-BDA5-717BA920A4E5}">
      <dsp:nvSpPr>
        <dsp:cNvPr id="0" name=""/>
        <dsp:cNvSpPr/>
      </dsp:nvSpPr>
      <dsp:spPr>
        <a:xfrm>
          <a:off x="1123137" y="415"/>
          <a:ext cx="9772232" cy="97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914" tIns="102914" rIns="102914" bIns="102914" numCol="1" spcCol="1270" anchor="ctr" anchorCtr="0">
          <a:noAutofit/>
        </a:bodyPr>
        <a:lstStyle/>
        <a:p>
          <a:pPr marL="0" lvl="0" indent="0" algn="l" defTabSz="1066800">
            <a:lnSpc>
              <a:spcPct val="100000"/>
            </a:lnSpc>
            <a:spcBef>
              <a:spcPct val="0"/>
            </a:spcBef>
            <a:spcAft>
              <a:spcPct val="35000"/>
            </a:spcAft>
            <a:buNone/>
          </a:pPr>
          <a:r>
            <a:rPr lang="en-GB" sz="2400" b="1" i="0" kern="1200"/>
            <a:t>High </a:t>
          </a:r>
          <a:r>
            <a:rPr lang="en-GB" sz="2400" b="1" i="0" kern="1200">
              <a:latin typeface="Century Gothic" panose="020B0502020202020204"/>
            </a:rPr>
            <a:t>emphasis</a:t>
          </a:r>
          <a:r>
            <a:rPr lang="en-GB" sz="2400" b="0" i="0" kern="1200"/>
            <a:t> for us to ensure product was usable and matched requirements</a:t>
          </a:r>
          <a:endParaRPr lang="en-US" sz="2400" kern="1200"/>
        </a:p>
      </dsp:txBody>
      <dsp:txXfrm>
        <a:off x="1123137" y="415"/>
        <a:ext cx="9772232" cy="972413"/>
      </dsp:txXfrm>
    </dsp:sp>
    <dsp:sp modelId="{6739C0A0-4709-44D5-87D8-5952EFD326C1}">
      <dsp:nvSpPr>
        <dsp:cNvPr id="0" name=""/>
        <dsp:cNvSpPr/>
      </dsp:nvSpPr>
      <dsp:spPr>
        <a:xfrm>
          <a:off x="0" y="1215931"/>
          <a:ext cx="10895369" cy="9724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1C06D3-5C06-4AEB-9326-90C58C30AA18}">
      <dsp:nvSpPr>
        <dsp:cNvPr id="0" name=""/>
        <dsp:cNvSpPr/>
      </dsp:nvSpPr>
      <dsp:spPr>
        <a:xfrm>
          <a:off x="294154" y="1434724"/>
          <a:ext cx="534827" cy="5348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19689A-0277-4507-967F-D1085F761227}">
      <dsp:nvSpPr>
        <dsp:cNvPr id="0" name=""/>
        <dsp:cNvSpPr/>
      </dsp:nvSpPr>
      <dsp:spPr>
        <a:xfrm>
          <a:off x="1123137" y="1215931"/>
          <a:ext cx="9772232" cy="97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914" tIns="102914" rIns="102914" bIns="102914" numCol="1" spcCol="1270" anchor="ctr" anchorCtr="0">
          <a:noAutofit/>
        </a:bodyPr>
        <a:lstStyle/>
        <a:p>
          <a:pPr marL="0" lvl="0" indent="0" algn="l" defTabSz="1066800">
            <a:lnSpc>
              <a:spcPct val="100000"/>
            </a:lnSpc>
            <a:spcBef>
              <a:spcPct val="0"/>
            </a:spcBef>
            <a:spcAft>
              <a:spcPct val="35000"/>
            </a:spcAft>
            <a:buNone/>
          </a:pPr>
          <a:r>
            <a:rPr lang="en-GB" sz="2400" b="0" i="0" kern="1200"/>
            <a:t>Usability testing with both admin and student users</a:t>
          </a:r>
          <a:endParaRPr lang="en-US" sz="2400" kern="1200"/>
        </a:p>
      </dsp:txBody>
      <dsp:txXfrm>
        <a:off x="1123137" y="1215931"/>
        <a:ext cx="9772232" cy="972413"/>
      </dsp:txXfrm>
    </dsp:sp>
    <dsp:sp modelId="{59521A59-C059-41A4-BFEB-C1152C85BF1C}">
      <dsp:nvSpPr>
        <dsp:cNvPr id="0" name=""/>
        <dsp:cNvSpPr/>
      </dsp:nvSpPr>
      <dsp:spPr>
        <a:xfrm>
          <a:off x="0" y="2431448"/>
          <a:ext cx="10895369" cy="9724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5A57E-8B9E-4B4C-85CD-D3F755A89D5B}">
      <dsp:nvSpPr>
        <dsp:cNvPr id="0" name=""/>
        <dsp:cNvSpPr/>
      </dsp:nvSpPr>
      <dsp:spPr>
        <a:xfrm>
          <a:off x="294154" y="2650241"/>
          <a:ext cx="534827" cy="5348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8A5724C-092D-48F1-B5C1-4DBBD37AC1A6}">
      <dsp:nvSpPr>
        <dsp:cNvPr id="0" name=""/>
        <dsp:cNvSpPr/>
      </dsp:nvSpPr>
      <dsp:spPr>
        <a:xfrm>
          <a:off x="1123137" y="2431448"/>
          <a:ext cx="9772232" cy="97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914" tIns="102914" rIns="102914" bIns="102914" numCol="1" spcCol="1270" anchor="ctr" anchorCtr="0">
          <a:noAutofit/>
        </a:bodyPr>
        <a:lstStyle/>
        <a:p>
          <a:pPr marL="0" lvl="0" indent="0" algn="l" defTabSz="1066800">
            <a:lnSpc>
              <a:spcPct val="100000"/>
            </a:lnSpc>
            <a:spcBef>
              <a:spcPct val="0"/>
            </a:spcBef>
            <a:spcAft>
              <a:spcPct val="35000"/>
            </a:spcAft>
            <a:buNone/>
          </a:pPr>
          <a:r>
            <a:rPr lang="en-GB" sz="2400" b="0" i="0" kern="1200"/>
            <a:t>Changes range from purely aesthetic, QOL changes to changing base functionality for better workflows.</a:t>
          </a:r>
          <a:endParaRPr lang="en-US" sz="2400" kern="1200"/>
        </a:p>
      </dsp:txBody>
      <dsp:txXfrm>
        <a:off x="1123137" y="2431448"/>
        <a:ext cx="9772232" cy="9724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2D9988-0A7A-4977-9511-0EFFA6968000}">
      <dsp:nvSpPr>
        <dsp:cNvPr id="0" name=""/>
        <dsp:cNvSpPr/>
      </dsp:nvSpPr>
      <dsp:spPr>
        <a:xfrm>
          <a:off x="938072" y="425888"/>
          <a:ext cx="1449518" cy="14495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4231CC-26C9-4B89-8B5E-4A776D4C62B3}">
      <dsp:nvSpPr>
        <dsp:cNvPr id="0" name=""/>
        <dsp:cNvSpPr/>
      </dsp:nvSpPr>
      <dsp:spPr>
        <a:xfrm>
          <a:off x="52256"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b="0" i="0" kern="1200"/>
            <a:t>Focused on dynamic testing with all the use cases, rather than per feature</a:t>
          </a:r>
          <a:endParaRPr lang="en-US" sz="1200" kern="1200"/>
        </a:p>
      </dsp:txBody>
      <dsp:txXfrm>
        <a:off x="52256" y="2258388"/>
        <a:ext cx="3221151" cy="720000"/>
      </dsp:txXfrm>
    </dsp:sp>
    <dsp:sp modelId="{02EB568E-5E82-4F2C-98D2-78FAEF432FB3}">
      <dsp:nvSpPr>
        <dsp:cNvPr id="0" name=""/>
        <dsp:cNvSpPr/>
      </dsp:nvSpPr>
      <dsp:spPr>
        <a:xfrm>
          <a:off x="4722925" y="425888"/>
          <a:ext cx="1449518" cy="14495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8F9F10E-1250-42CF-8466-8A5E223E8073}">
      <dsp:nvSpPr>
        <dsp:cNvPr id="0" name=""/>
        <dsp:cNvSpPr/>
      </dsp:nvSpPr>
      <dsp:spPr>
        <a:xfrm>
          <a:off x="3837109"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b="0" i="0" kern="1200"/>
            <a:t>Ensured all the requirements we set out were met and verified</a:t>
          </a:r>
          <a:endParaRPr lang="en-US" sz="1200" kern="1200"/>
        </a:p>
      </dsp:txBody>
      <dsp:txXfrm>
        <a:off x="3837109" y="2258388"/>
        <a:ext cx="3221151" cy="720000"/>
      </dsp:txXfrm>
    </dsp:sp>
    <dsp:sp modelId="{C763C83E-82F9-4D51-A42D-C0E52C33B290}">
      <dsp:nvSpPr>
        <dsp:cNvPr id="0" name=""/>
        <dsp:cNvSpPr/>
      </dsp:nvSpPr>
      <dsp:spPr>
        <a:xfrm>
          <a:off x="8507778" y="425888"/>
          <a:ext cx="1449518" cy="14495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5221881-61BF-4B36-AB56-D3912AB549D6}">
      <dsp:nvSpPr>
        <dsp:cNvPr id="0" name=""/>
        <dsp:cNvSpPr/>
      </dsp:nvSpPr>
      <dsp:spPr>
        <a:xfrm>
          <a:off x="7621962"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b="0" i="0" kern="1200"/>
            <a:t>Performed acceptance testing with our supervisor to ensure his initial requirements and intentions were reached</a:t>
          </a:r>
          <a:endParaRPr lang="en-US" sz="1200" kern="1200"/>
        </a:p>
      </dsp:txBody>
      <dsp:txXfrm>
        <a:off x="7621962" y="2258388"/>
        <a:ext cx="3221151"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E14D4-6920-4AF1-916D-F8BC9F388BCC}">
      <dsp:nvSpPr>
        <dsp:cNvPr id="0" name=""/>
        <dsp:cNvSpPr/>
      </dsp:nvSpPr>
      <dsp:spPr>
        <a:xfrm>
          <a:off x="276718" y="43630"/>
          <a:ext cx="1369144" cy="136914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AA2C9F-7F0A-4744-9398-6B7FF75FED9C}">
      <dsp:nvSpPr>
        <dsp:cNvPr id="0" name=""/>
        <dsp:cNvSpPr/>
      </dsp:nvSpPr>
      <dsp:spPr>
        <a:xfrm>
          <a:off x="564238" y="331150"/>
          <a:ext cx="794104" cy="794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9740DD5-B191-4DE7-BA6E-9009736D6A06}">
      <dsp:nvSpPr>
        <dsp:cNvPr id="0" name=""/>
        <dsp:cNvSpPr/>
      </dsp:nvSpPr>
      <dsp:spPr>
        <a:xfrm>
          <a:off x="1939251" y="43630"/>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All aspects of event and survey management are centralized into one platform</a:t>
          </a:r>
        </a:p>
      </dsp:txBody>
      <dsp:txXfrm>
        <a:off x="1939251" y="43630"/>
        <a:ext cx="3227270" cy="1369144"/>
      </dsp:txXfrm>
    </dsp:sp>
    <dsp:sp modelId="{B457B516-D7FB-4DFA-90E1-0809E7801366}">
      <dsp:nvSpPr>
        <dsp:cNvPr id="0" name=""/>
        <dsp:cNvSpPr/>
      </dsp:nvSpPr>
      <dsp:spPr>
        <a:xfrm>
          <a:off x="5728848" y="43630"/>
          <a:ext cx="1369144" cy="136914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1A8192-76FB-412A-B7AE-A627F7B41FD8}">
      <dsp:nvSpPr>
        <dsp:cNvPr id="0" name=""/>
        <dsp:cNvSpPr/>
      </dsp:nvSpPr>
      <dsp:spPr>
        <a:xfrm>
          <a:off x="6016369" y="331150"/>
          <a:ext cx="794104" cy="794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80A1C43-D64A-496B-8EAD-E19BB1F9CB8F}">
      <dsp:nvSpPr>
        <dsp:cNvPr id="0" name=""/>
        <dsp:cNvSpPr/>
      </dsp:nvSpPr>
      <dsp:spPr>
        <a:xfrm>
          <a:off x="7391381" y="43630"/>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Higher level of control for admins, with much more efficient workflows</a:t>
          </a:r>
        </a:p>
      </dsp:txBody>
      <dsp:txXfrm>
        <a:off x="7391381" y="43630"/>
        <a:ext cx="3227270" cy="1369144"/>
      </dsp:txXfrm>
    </dsp:sp>
    <dsp:sp modelId="{0DB9EBA7-E669-49F6-97DB-115652500BD5}">
      <dsp:nvSpPr>
        <dsp:cNvPr id="0" name=""/>
        <dsp:cNvSpPr/>
      </dsp:nvSpPr>
      <dsp:spPr>
        <a:xfrm>
          <a:off x="276718" y="1991502"/>
          <a:ext cx="1369144" cy="136914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AE08A2-1DAD-4D59-A2DC-86B74B11FAED}">
      <dsp:nvSpPr>
        <dsp:cNvPr id="0" name=""/>
        <dsp:cNvSpPr/>
      </dsp:nvSpPr>
      <dsp:spPr>
        <a:xfrm>
          <a:off x="564238" y="2279022"/>
          <a:ext cx="794104" cy="794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EFC38C0-3CE9-43B3-B96D-E143B34AD2E6}">
      <dsp:nvSpPr>
        <dsp:cNvPr id="0" name=""/>
        <dsp:cNvSpPr/>
      </dsp:nvSpPr>
      <dsp:spPr>
        <a:xfrm>
          <a:off x="1939251" y="1991502"/>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Easier registration </a:t>
          </a:r>
          <a:r>
            <a:rPr lang="en-US" sz="2100" kern="1200">
              <a:latin typeface="Century Gothic" panose="020B0502020202020204"/>
            </a:rPr>
            <a:t>and check-in </a:t>
          </a:r>
          <a:r>
            <a:rPr lang="en-US" sz="2100" kern="1200"/>
            <a:t>for users</a:t>
          </a:r>
        </a:p>
      </dsp:txBody>
      <dsp:txXfrm>
        <a:off x="1939251" y="1991502"/>
        <a:ext cx="3227270" cy="1369144"/>
      </dsp:txXfrm>
    </dsp:sp>
    <dsp:sp modelId="{6CED5DA0-7E80-414C-8366-0235E9B73E09}">
      <dsp:nvSpPr>
        <dsp:cNvPr id="0" name=""/>
        <dsp:cNvSpPr/>
      </dsp:nvSpPr>
      <dsp:spPr>
        <a:xfrm>
          <a:off x="5728848" y="1991502"/>
          <a:ext cx="1369144" cy="136914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BAE1FF-C553-48E0-9D2B-CFFB215B1C42}">
      <dsp:nvSpPr>
        <dsp:cNvPr id="0" name=""/>
        <dsp:cNvSpPr/>
      </dsp:nvSpPr>
      <dsp:spPr>
        <a:xfrm>
          <a:off x="6016369" y="2279022"/>
          <a:ext cx="794104" cy="7941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71173BE-0570-4FFE-917D-ED1E732F08F7}">
      <dsp:nvSpPr>
        <dsp:cNvPr id="0" name=""/>
        <dsp:cNvSpPr/>
      </dsp:nvSpPr>
      <dsp:spPr>
        <a:xfrm>
          <a:off x="7391381" y="1991502"/>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Modular surveys to make larger forms easier to digest</a:t>
          </a:r>
        </a:p>
      </dsp:txBody>
      <dsp:txXfrm>
        <a:off x="7391381" y="1991502"/>
        <a:ext cx="3227270" cy="136914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9DB9C5-D7E0-4F55-B0D3-5D2C728DC18C}" type="datetimeFigureOut">
              <a:rPr lang="en-CA" smtClean="0"/>
              <a:t>2026-03-29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4F1488-E0B5-4BC8-BB2B-A19981E78934}" type="slidenum">
              <a:rPr lang="en-CA" smtClean="0"/>
              <a:t>‹#›</a:t>
            </a:fld>
            <a:endParaRPr lang="en-CA"/>
          </a:p>
        </p:txBody>
      </p:sp>
    </p:spTree>
    <p:extLst>
      <p:ext uri="{BB962C8B-B14F-4D97-AF65-F5344CB8AC3E}">
        <p14:creationId xmlns:p14="http://schemas.microsoft.com/office/powerpoint/2010/main" val="1818970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give you an idea of what you can look forward to today, we'll start off by providing our project background: the current issues our client, the MES, is facing and framing our product goals to create something which will provide real value to the MES</a:t>
            </a:r>
          </a:p>
          <a:p>
            <a:endParaRPr lang="en-US"/>
          </a:p>
          <a:p>
            <a:r>
              <a:rPr lang="en-US"/>
              <a:t>Then we'll give you a comprehensive demonstration of our platform and all its amazing features and how they address the MES's pain points</a:t>
            </a:r>
          </a:p>
          <a:p>
            <a:endParaRPr lang="en-US"/>
          </a:p>
          <a:p>
            <a:r>
              <a:rPr lang="en-US"/>
              <a:t>We'll then go over some technical design features which showcase what makes our platform ideal and unique</a:t>
            </a:r>
          </a:p>
          <a:p>
            <a:endParaRPr lang="en-US"/>
          </a:p>
          <a:p>
            <a:r>
              <a:rPr lang="en-US"/>
              <a:t>And finally, we will go over how our product has been improved through iteration and validation methods and how our product progresses from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FF"/>
                </a:highlight>
              </a:rPr>
              <a:t>So the MES hosts a ton of events throughout the year — Fireball Formal, Pub Nights, CALE Conference. But behind the scenes, it's a mess. Registrations and payments are being tracked manually in Excel. Surveys are thrown together in Google Forms with no real storage or analytics behind them. And every single event, organizers are rebuilding everything from scratch because nothing carries over. There's no single system — it's just a bunch of disconnected tools that don't talk to each other. That's the core problem we're solving.</a:t>
            </a:r>
            <a:endParaRPr lang="en-US"/>
          </a:p>
        </p:txBody>
      </p:sp>
      <p:sp>
        <p:nvSpPr>
          <p:cNvPr id="4" name="Slide Number Placeholder 3"/>
          <p:cNvSpPr>
            <a:spLocks noGrp="1"/>
          </p:cNvSpPr>
          <p:nvPr>
            <p:ph type="sldNum" sz="quarter" idx="5"/>
          </p:nvPr>
        </p:nvSpPr>
        <p:spPr/>
        <p:txBody>
          <a:bodyPr/>
          <a:lstStyle/>
          <a:p>
            <a:fld id="{494F1488-E0B5-4BC8-BB2B-A19981E78934}" type="slidenum">
              <a:rPr lang="en-CA" smtClean="0"/>
              <a:t>3</a:t>
            </a:fld>
            <a:endParaRPr lang="en-CA"/>
          </a:p>
        </p:txBody>
      </p:sp>
    </p:spTree>
    <p:extLst>
      <p:ext uri="{BB962C8B-B14F-4D97-AF65-F5344CB8AC3E}">
        <p14:creationId xmlns:p14="http://schemas.microsoft.com/office/powerpoint/2010/main" val="4218494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632642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1536107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58190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4110724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811892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smtClean="0"/>
              <a:t>3/29/2026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407523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3/29/2026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1272036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3/29/2026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796477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4080216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378809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391008286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228910181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11648621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3/29/2026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28385869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3/29/2026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1379537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1419344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374424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004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3/29/2026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a:p>
        </p:txBody>
      </p:sp>
    </p:spTree>
    <p:extLst>
      <p:ext uri="{BB962C8B-B14F-4D97-AF65-F5344CB8AC3E}">
        <p14:creationId xmlns:p14="http://schemas.microsoft.com/office/powerpoint/2010/main" val="44087027"/>
      </p:ext>
    </p:extLst>
  </p:cSld>
  <p:clrMap bg1="dk1" tx1="lt1" bg2="dk2" tx2="lt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9D0B13-56ED-FD4A-C5F7-1339C786068F}"/>
              </a:ext>
            </a:extLst>
          </p:cNvPr>
          <p:cNvPicPr>
            <a:picLocks noChangeAspect="1"/>
          </p:cNvPicPr>
          <p:nvPr/>
        </p:nvPicPr>
        <p:blipFill>
          <a:blip r:embed="rId2">
            <a:duotone>
              <a:prstClr val="black"/>
              <a:schemeClr val="accent5">
                <a:tint val="45000"/>
                <a:satMod val="400000"/>
              </a:schemeClr>
            </a:duotone>
            <a:alphaModFix amt="25000"/>
          </a:blip>
          <a:srcRect t="48864" r="9091"/>
          <a:stretch>
            <a:fillRect/>
          </a:stretch>
        </p:blipFill>
        <p:spPr>
          <a:xfrm>
            <a:off x="20" y="10"/>
            <a:ext cx="12191980" cy="6857990"/>
          </a:xfrm>
          <a:prstGeom prst="rect">
            <a:avLst/>
          </a:prstGeom>
        </p:spPr>
      </p:pic>
      <p:sp>
        <p:nvSpPr>
          <p:cNvPr id="2" name="Title 1"/>
          <p:cNvSpPr>
            <a:spLocks noGrp="1"/>
          </p:cNvSpPr>
          <p:nvPr>
            <p:ph type="ctrTitle"/>
          </p:nvPr>
        </p:nvSpPr>
        <p:spPr/>
        <p:txBody>
          <a:bodyPr>
            <a:normAutofit/>
          </a:bodyPr>
          <a:lstStyle/>
          <a:p>
            <a:r>
              <a:rPr lang="en-GB" b="1" err="1"/>
              <a:t>EvENGage</a:t>
            </a:r>
            <a:endParaRPr lang="en-GB" b="1"/>
          </a:p>
        </p:txBody>
      </p:sp>
      <p:sp>
        <p:nvSpPr>
          <p:cNvPr id="3" name="Subtitle 2"/>
          <p:cNvSpPr>
            <a:spLocks noGrp="1"/>
          </p:cNvSpPr>
          <p:nvPr>
            <p:ph type="subTitle" idx="1"/>
          </p:nvPr>
        </p:nvSpPr>
        <p:spPr/>
        <p:txBody>
          <a:bodyPr vert="horz" lIns="91440" tIns="45720" rIns="91440" bIns="45720" rtlCol="0">
            <a:normAutofit/>
          </a:bodyPr>
          <a:lstStyle/>
          <a:p>
            <a:r>
              <a:rPr lang="en-GB">
                <a:solidFill>
                  <a:schemeClr val="tx1"/>
                </a:solidFill>
              </a:rPr>
              <a:t>MES Event and Form Management Platform</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04800"/>
            <a:ext cx="10972800" cy="670560"/>
          </a:xfrm>
          <a:prstGeom prst="rect">
            <a:avLst/>
          </a:prstGeom>
          <a:noFill/>
          <a:ln/>
        </p:spPr>
        <p:txBody>
          <a:bodyPr wrap="square" lIns="91440" tIns="45720" rIns="91440" bIns="45720" rtlCol="0" anchor="ctr"/>
          <a:lstStyle/>
          <a:p>
            <a:pPr algn="ctr"/>
            <a:r>
              <a:rPr lang="en-US" sz="3450" b="1" kern="0" spc="533">
                <a:solidFill>
                  <a:srgbClr val="FFFFFF"/>
                </a:solidFill>
                <a:latin typeface="Century Gothic"/>
                <a:ea typeface="Calibri" pitchFamily="34" charset="-122"/>
                <a:cs typeface="Calibri" pitchFamily="34" charset="-120"/>
              </a:rPr>
              <a:t>PRESENTATION ROADMAP</a:t>
            </a:r>
            <a:endParaRPr lang="en-US" sz="3450">
              <a:latin typeface="Century Gothic"/>
            </a:endParaRPr>
          </a:p>
        </p:txBody>
      </p:sp>
      <p:sp>
        <p:nvSpPr>
          <p:cNvPr id="3" name="Text 1"/>
          <p:cNvSpPr/>
          <p:nvPr/>
        </p:nvSpPr>
        <p:spPr>
          <a:xfrm>
            <a:off x="609600" y="999744"/>
            <a:ext cx="10972800" cy="426720"/>
          </a:xfrm>
          <a:prstGeom prst="rect">
            <a:avLst/>
          </a:prstGeom>
          <a:noFill/>
          <a:ln/>
        </p:spPr>
        <p:txBody>
          <a:bodyPr wrap="square" rtlCol="0" anchor="ctr"/>
          <a:lstStyle/>
          <a:p>
            <a:pPr algn="ctr"/>
            <a:endParaRPr lang="en-US" sz="1733" dirty="0"/>
          </a:p>
        </p:txBody>
      </p:sp>
      <p:sp>
        <p:nvSpPr>
          <p:cNvPr id="5" name="Shape 3"/>
          <p:cNvSpPr/>
          <p:nvPr/>
        </p:nvSpPr>
        <p:spPr>
          <a:xfrm>
            <a:off x="405342" y="1873045"/>
            <a:ext cx="2560320" cy="4023360"/>
          </a:xfrm>
          <a:prstGeom prst="rect">
            <a:avLst/>
          </a:prstGeom>
          <a:solidFill>
            <a:srgbClr val="14263D"/>
          </a:solidFill>
          <a:ln w="12700">
            <a:solidFill>
              <a:srgbClr val="1E3A5F"/>
            </a:solidFill>
            <a:prstDash val="solid"/>
          </a:ln>
          <a:effectLst>
            <a:outerShdw blurRad="127000" dist="38100" dir="8100000" algn="bl" rotWithShape="0">
              <a:srgbClr val="000000">
                <a:alpha val="30000"/>
              </a:srgbClr>
            </a:outerShdw>
          </a:effectLst>
        </p:spPr>
        <p:txBody>
          <a:bodyPr/>
          <a:lstStyle/>
          <a:p>
            <a:endParaRPr lang="en-CA" sz="2400"/>
          </a:p>
        </p:txBody>
      </p:sp>
      <p:sp>
        <p:nvSpPr>
          <p:cNvPr id="6" name="Shape 4"/>
          <p:cNvSpPr/>
          <p:nvPr/>
        </p:nvSpPr>
        <p:spPr>
          <a:xfrm>
            <a:off x="405342" y="1848662"/>
            <a:ext cx="2560320" cy="97536"/>
          </a:xfrm>
          <a:prstGeom prst="rect">
            <a:avLst/>
          </a:prstGeom>
          <a:solidFill>
            <a:srgbClr val="7EC8E3"/>
          </a:solidFill>
          <a:ln w="12700">
            <a:solidFill>
              <a:srgbClr val="7EC8E3"/>
            </a:solidFill>
            <a:prstDash val="solid"/>
          </a:ln>
        </p:spPr>
        <p:txBody>
          <a:bodyPr/>
          <a:lstStyle/>
          <a:p>
            <a:endParaRPr lang="en-CA" sz="2400"/>
          </a:p>
        </p:txBody>
      </p:sp>
      <p:sp>
        <p:nvSpPr>
          <p:cNvPr id="7" name="Shape 5"/>
          <p:cNvSpPr/>
          <p:nvPr/>
        </p:nvSpPr>
        <p:spPr>
          <a:xfrm>
            <a:off x="1319742" y="2068118"/>
            <a:ext cx="731520" cy="731520"/>
          </a:xfrm>
          <a:prstGeom prst="ellipse">
            <a:avLst/>
          </a:prstGeom>
          <a:solidFill>
            <a:srgbClr val="1A6B9A"/>
          </a:solidFill>
          <a:ln w="19050">
            <a:solidFill>
              <a:srgbClr val="7EC8E3"/>
            </a:solidFill>
            <a:prstDash val="solid"/>
          </a:ln>
        </p:spPr>
        <p:txBody>
          <a:bodyPr/>
          <a:lstStyle/>
          <a:p>
            <a:endParaRPr lang="en-CA" sz="2400"/>
          </a:p>
        </p:txBody>
      </p:sp>
      <p:sp>
        <p:nvSpPr>
          <p:cNvPr id="8" name="Text 6"/>
          <p:cNvSpPr/>
          <p:nvPr/>
        </p:nvSpPr>
        <p:spPr>
          <a:xfrm>
            <a:off x="1319742" y="2068118"/>
            <a:ext cx="731520" cy="731520"/>
          </a:xfrm>
          <a:prstGeom prst="rect">
            <a:avLst/>
          </a:prstGeom>
          <a:noFill/>
          <a:ln/>
        </p:spPr>
        <p:txBody>
          <a:bodyPr wrap="square" lIns="0" tIns="0" rIns="0" bIns="0" rtlCol="0" anchor="ctr"/>
          <a:lstStyle/>
          <a:p>
            <a:pPr algn="ctr"/>
            <a:r>
              <a:rPr lang="en-US" sz="2133" b="1">
                <a:solidFill>
                  <a:srgbClr val="FFFFFF"/>
                </a:solidFill>
                <a:latin typeface="Calibri" pitchFamily="34" charset="0"/>
                <a:ea typeface="Calibri" pitchFamily="34" charset="-122"/>
                <a:cs typeface="Calibri" pitchFamily="34" charset="-120"/>
              </a:rPr>
              <a:t>1</a:t>
            </a:r>
            <a:endParaRPr lang="en-US" sz="2133"/>
          </a:p>
        </p:txBody>
      </p:sp>
      <p:sp>
        <p:nvSpPr>
          <p:cNvPr id="9" name="Text 7"/>
          <p:cNvSpPr/>
          <p:nvPr/>
        </p:nvSpPr>
        <p:spPr>
          <a:xfrm>
            <a:off x="405342" y="2921558"/>
            <a:ext cx="2560320" cy="365760"/>
          </a:xfrm>
          <a:prstGeom prst="rect">
            <a:avLst/>
          </a:prstGeom>
          <a:noFill/>
          <a:ln/>
        </p:spPr>
        <p:txBody>
          <a:bodyPr wrap="square" lIns="91440" tIns="45720" rIns="91440" bIns="45720" rtlCol="0" anchor="ctr"/>
          <a:lstStyle/>
          <a:p>
            <a:pPr algn="ctr"/>
            <a:r>
              <a:rPr lang="en-US" sz="1100" b="1" kern="0" spc="267">
                <a:solidFill>
                  <a:srgbClr val="7EC8E3"/>
                </a:solidFill>
                <a:latin typeface="Calibri"/>
                <a:ea typeface="Calibri"/>
                <a:cs typeface="Calibri"/>
              </a:rPr>
              <a:t>Part 1</a:t>
            </a:r>
            <a:endParaRPr lang="en-US" sz="1100">
              <a:latin typeface="Calibri"/>
              <a:ea typeface="Calibri"/>
              <a:cs typeface="Calibri"/>
            </a:endParaRPr>
          </a:p>
        </p:txBody>
      </p:sp>
      <p:sp>
        <p:nvSpPr>
          <p:cNvPr id="10" name="Text 8"/>
          <p:cNvSpPr/>
          <p:nvPr/>
        </p:nvSpPr>
        <p:spPr>
          <a:xfrm>
            <a:off x="405342" y="3287318"/>
            <a:ext cx="2560320" cy="487680"/>
          </a:xfrm>
          <a:prstGeom prst="rect">
            <a:avLst/>
          </a:prstGeom>
          <a:noFill/>
          <a:ln/>
        </p:spPr>
        <p:txBody>
          <a:bodyPr wrap="square" rtlCol="0" anchor="ctr"/>
          <a:lstStyle/>
          <a:p>
            <a:pPr algn="ctr"/>
            <a:r>
              <a:rPr lang="en-US" sz="2000" b="1">
                <a:solidFill>
                  <a:srgbClr val="FFFFFF"/>
                </a:solidFill>
                <a:latin typeface="Calibri" pitchFamily="34" charset="0"/>
                <a:ea typeface="Calibri" pitchFamily="34" charset="-122"/>
                <a:cs typeface="Calibri" pitchFamily="34" charset="-120"/>
              </a:rPr>
              <a:t>Motivation</a:t>
            </a:r>
            <a:endParaRPr lang="en-US" sz="2000"/>
          </a:p>
        </p:txBody>
      </p:sp>
      <p:sp>
        <p:nvSpPr>
          <p:cNvPr id="11" name="Shape 9"/>
          <p:cNvSpPr/>
          <p:nvPr/>
        </p:nvSpPr>
        <p:spPr>
          <a:xfrm>
            <a:off x="771102" y="3860342"/>
            <a:ext cx="1828800" cy="0"/>
          </a:xfrm>
          <a:prstGeom prst="line">
            <a:avLst/>
          </a:prstGeom>
          <a:noFill/>
          <a:ln w="12700">
            <a:solidFill>
              <a:srgbClr val="1E3A5F"/>
            </a:solidFill>
            <a:prstDash val="solid"/>
          </a:ln>
        </p:spPr>
        <p:txBody>
          <a:bodyPr/>
          <a:lstStyle/>
          <a:p>
            <a:endParaRPr lang="en-CA" sz="2400"/>
          </a:p>
        </p:txBody>
      </p:sp>
      <p:sp>
        <p:nvSpPr>
          <p:cNvPr id="12" name="Text 10"/>
          <p:cNvSpPr/>
          <p:nvPr/>
        </p:nvSpPr>
        <p:spPr>
          <a:xfrm>
            <a:off x="649182" y="4018838"/>
            <a:ext cx="2072640" cy="1584960"/>
          </a:xfrm>
          <a:prstGeom prst="rect">
            <a:avLst/>
          </a:prstGeom>
          <a:noFill/>
          <a:ln/>
        </p:spPr>
        <p:txBody>
          <a:bodyPr wrap="square" lIns="91440" tIns="45720" rIns="91440" bIns="45720" rtlCol="0" anchor="ctr"/>
          <a:lstStyle/>
          <a:p>
            <a:pPr marL="456565" indent="-456565">
              <a:spcAft>
                <a:spcPts val="533"/>
              </a:spcAft>
              <a:buSzPct val="100000"/>
              <a:buChar char="•"/>
            </a:pPr>
            <a:r>
              <a:rPr lang="en-US" sz="1300">
                <a:solidFill>
                  <a:srgbClr val="A8C8E8"/>
                </a:solidFill>
                <a:latin typeface="Calibri"/>
                <a:ea typeface="Calibri"/>
                <a:cs typeface="Calibri"/>
              </a:rPr>
              <a:t>Project Background and Problem Setting</a:t>
            </a:r>
          </a:p>
          <a:p>
            <a:pPr marL="456565" indent="-456565">
              <a:spcAft>
                <a:spcPts val="533"/>
              </a:spcAft>
              <a:buSzPct val="100000"/>
              <a:buChar char="•"/>
            </a:pPr>
            <a:r>
              <a:rPr lang="en-US" sz="1300">
                <a:solidFill>
                  <a:srgbClr val="A8C8E8"/>
                </a:solidFill>
                <a:latin typeface="Calibri"/>
                <a:ea typeface="Calibri"/>
                <a:cs typeface="Calibri"/>
              </a:rPr>
              <a:t>Goals</a:t>
            </a:r>
          </a:p>
        </p:txBody>
      </p:sp>
      <p:sp>
        <p:nvSpPr>
          <p:cNvPr id="15" name="Shape 13"/>
          <p:cNvSpPr/>
          <p:nvPr/>
        </p:nvSpPr>
        <p:spPr>
          <a:xfrm>
            <a:off x="3270462" y="1837775"/>
            <a:ext cx="2560320" cy="4058630"/>
          </a:xfrm>
          <a:prstGeom prst="rect">
            <a:avLst/>
          </a:prstGeom>
          <a:solidFill>
            <a:srgbClr val="14263D"/>
          </a:solidFill>
          <a:ln w="12700">
            <a:solidFill>
              <a:srgbClr val="1E3A5F"/>
            </a:solidFill>
            <a:prstDash val="solid"/>
          </a:ln>
          <a:effectLst>
            <a:outerShdw blurRad="127000" dist="38100" dir="8100000" algn="bl" rotWithShape="0">
              <a:srgbClr val="000000">
                <a:alpha val="30000"/>
              </a:srgbClr>
            </a:outerShdw>
          </a:effectLst>
        </p:spPr>
        <p:txBody>
          <a:bodyPr/>
          <a:lstStyle/>
          <a:p>
            <a:endParaRPr lang="en-CA" sz="2400"/>
          </a:p>
        </p:txBody>
      </p:sp>
      <p:sp>
        <p:nvSpPr>
          <p:cNvPr id="16" name="Shape 14"/>
          <p:cNvSpPr/>
          <p:nvPr/>
        </p:nvSpPr>
        <p:spPr>
          <a:xfrm>
            <a:off x="3270462" y="1837775"/>
            <a:ext cx="2560320" cy="97536"/>
          </a:xfrm>
          <a:prstGeom prst="rect">
            <a:avLst/>
          </a:prstGeom>
          <a:solidFill>
            <a:srgbClr val="4ECBA5"/>
          </a:solidFill>
          <a:ln w="12700">
            <a:solidFill>
              <a:srgbClr val="4ECBA5"/>
            </a:solidFill>
            <a:prstDash val="solid"/>
          </a:ln>
        </p:spPr>
        <p:txBody>
          <a:bodyPr/>
          <a:lstStyle/>
          <a:p>
            <a:endParaRPr lang="en-CA" sz="2400"/>
          </a:p>
        </p:txBody>
      </p:sp>
      <p:sp>
        <p:nvSpPr>
          <p:cNvPr id="17" name="Shape 15"/>
          <p:cNvSpPr/>
          <p:nvPr/>
        </p:nvSpPr>
        <p:spPr>
          <a:xfrm>
            <a:off x="4184862" y="2057231"/>
            <a:ext cx="731520" cy="731520"/>
          </a:xfrm>
          <a:prstGeom prst="ellipse">
            <a:avLst/>
          </a:prstGeom>
          <a:solidFill>
            <a:srgbClr val="17735E"/>
          </a:solidFill>
          <a:ln w="19050">
            <a:solidFill>
              <a:srgbClr val="4ECBA5"/>
            </a:solidFill>
            <a:prstDash val="solid"/>
          </a:ln>
        </p:spPr>
        <p:txBody>
          <a:bodyPr/>
          <a:lstStyle/>
          <a:p>
            <a:endParaRPr lang="en-CA" sz="2400"/>
          </a:p>
        </p:txBody>
      </p:sp>
      <p:sp>
        <p:nvSpPr>
          <p:cNvPr id="18" name="Text 16"/>
          <p:cNvSpPr/>
          <p:nvPr/>
        </p:nvSpPr>
        <p:spPr>
          <a:xfrm>
            <a:off x="4184862" y="2057231"/>
            <a:ext cx="731520" cy="731520"/>
          </a:xfrm>
          <a:prstGeom prst="rect">
            <a:avLst/>
          </a:prstGeom>
          <a:noFill/>
          <a:ln/>
        </p:spPr>
        <p:txBody>
          <a:bodyPr wrap="square" lIns="0" tIns="0" rIns="0" bIns="0" rtlCol="0" anchor="ctr"/>
          <a:lstStyle/>
          <a:p>
            <a:pPr algn="ctr"/>
            <a:r>
              <a:rPr lang="en-US" sz="2133" b="1">
                <a:solidFill>
                  <a:srgbClr val="FFFFFF"/>
                </a:solidFill>
                <a:latin typeface="Calibri" pitchFamily="34" charset="0"/>
                <a:ea typeface="Calibri" pitchFamily="34" charset="-122"/>
                <a:cs typeface="Calibri" pitchFamily="34" charset="-120"/>
              </a:rPr>
              <a:t>2</a:t>
            </a:r>
            <a:endParaRPr lang="en-US" sz="2133"/>
          </a:p>
        </p:txBody>
      </p:sp>
      <p:sp>
        <p:nvSpPr>
          <p:cNvPr id="19" name="Text 17"/>
          <p:cNvSpPr/>
          <p:nvPr/>
        </p:nvSpPr>
        <p:spPr>
          <a:xfrm>
            <a:off x="3270462" y="2910671"/>
            <a:ext cx="2560320" cy="365760"/>
          </a:xfrm>
          <a:prstGeom prst="rect">
            <a:avLst/>
          </a:prstGeom>
          <a:noFill/>
          <a:ln/>
        </p:spPr>
        <p:txBody>
          <a:bodyPr wrap="square" lIns="91440" tIns="45720" rIns="91440" bIns="45720" rtlCol="0" anchor="ctr"/>
          <a:lstStyle/>
          <a:p>
            <a:pPr algn="ctr"/>
            <a:r>
              <a:rPr lang="en-US" sz="1100" b="1" kern="0" spc="267">
                <a:solidFill>
                  <a:srgbClr val="4ECBA5"/>
                </a:solidFill>
                <a:latin typeface="Calibri"/>
                <a:ea typeface="Calibri"/>
                <a:cs typeface="Calibri"/>
              </a:rPr>
              <a:t>Part 2</a:t>
            </a:r>
            <a:endParaRPr lang="en-US" sz="1133"/>
          </a:p>
        </p:txBody>
      </p:sp>
      <p:sp>
        <p:nvSpPr>
          <p:cNvPr id="20" name="Text 18"/>
          <p:cNvSpPr/>
          <p:nvPr/>
        </p:nvSpPr>
        <p:spPr>
          <a:xfrm>
            <a:off x="3270462" y="3276431"/>
            <a:ext cx="2560320" cy="487680"/>
          </a:xfrm>
          <a:prstGeom prst="rect">
            <a:avLst/>
          </a:prstGeom>
          <a:noFill/>
          <a:ln/>
        </p:spPr>
        <p:txBody>
          <a:bodyPr wrap="square" rtlCol="0" anchor="ctr"/>
          <a:lstStyle/>
          <a:p>
            <a:pPr algn="ctr"/>
            <a:r>
              <a:rPr lang="en-US" sz="2000" b="1">
                <a:solidFill>
                  <a:srgbClr val="FFFFFF"/>
                </a:solidFill>
                <a:latin typeface="Calibri" pitchFamily="34" charset="0"/>
                <a:ea typeface="Calibri" pitchFamily="34" charset="-122"/>
                <a:cs typeface="Calibri" pitchFamily="34" charset="-120"/>
              </a:rPr>
              <a:t>Demo</a:t>
            </a:r>
            <a:endParaRPr lang="en-US" sz="2000"/>
          </a:p>
        </p:txBody>
      </p:sp>
      <p:sp>
        <p:nvSpPr>
          <p:cNvPr id="22" name="Text 20"/>
          <p:cNvSpPr/>
          <p:nvPr/>
        </p:nvSpPr>
        <p:spPr>
          <a:xfrm>
            <a:off x="3514302" y="4007951"/>
            <a:ext cx="2072640" cy="1584960"/>
          </a:xfrm>
          <a:prstGeom prst="rect">
            <a:avLst/>
          </a:prstGeom>
          <a:noFill/>
          <a:ln/>
        </p:spPr>
        <p:txBody>
          <a:bodyPr wrap="square" lIns="91440" tIns="45720" rIns="91440" bIns="45720" rtlCol="0" anchor="ctr"/>
          <a:lstStyle/>
          <a:p>
            <a:pPr marL="456565" indent="-456565">
              <a:spcAft>
                <a:spcPts val="533"/>
              </a:spcAft>
              <a:buSzPct val="100000"/>
              <a:buChar char="•"/>
            </a:pPr>
            <a:r>
              <a:rPr lang="en-US" sz="1300">
                <a:solidFill>
                  <a:srgbClr val="A8C8E8"/>
                </a:solidFill>
                <a:latin typeface="Calibri"/>
                <a:ea typeface="Calibri"/>
                <a:cs typeface="Calibri"/>
              </a:rPr>
              <a:t>Product Demonstration</a:t>
            </a:r>
          </a:p>
        </p:txBody>
      </p:sp>
      <p:sp>
        <p:nvSpPr>
          <p:cNvPr id="25" name="Shape 23"/>
          <p:cNvSpPr/>
          <p:nvPr/>
        </p:nvSpPr>
        <p:spPr>
          <a:xfrm>
            <a:off x="6135582" y="1849532"/>
            <a:ext cx="2560320" cy="4023360"/>
          </a:xfrm>
          <a:prstGeom prst="rect">
            <a:avLst/>
          </a:prstGeom>
          <a:solidFill>
            <a:srgbClr val="14263D"/>
          </a:solidFill>
          <a:ln w="12700">
            <a:solidFill>
              <a:srgbClr val="1E3A5F"/>
            </a:solidFill>
            <a:prstDash val="solid"/>
          </a:ln>
          <a:effectLst>
            <a:outerShdw blurRad="127000" dist="38100" dir="8100000" algn="bl" rotWithShape="0">
              <a:srgbClr val="000000">
                <a:alpha val="30000"/>
              </a:srgbClr>
            </a:outerShdw>
          </a:effectLst>
        </p:spPr>
        <p:txBody>
          <a:bodyPr/>
          <a:lstStyle/>
          <a:p>
            <a:endParaRPr lang="en-CA" sz="2400"/>
          </a:p>
        </p:txBody>
      </p:sp>
      <p:sp>
        <p:nvSpPr>
          <p:cNvPr id="26" name="Shape 24"/>
          <p:cNvSpPr/>
          <p:nvPr/>
        </p:nvSpPr>
        <p:spPr>
          <a:xfrm>
            <a:off x="6135582" y="1857807"/>
            <a:ext cx="2560320" cy="97536"/>
          </a:xfrm>
          <a:prstGeom prst="rect">
            <a:avLst/>
          </a:prstGeom>
          <a:solidFill>
            <a:srgbClr val="F4A261"/>
          </a:solidFill>
          <a:ln w="12700">
            <a:solidFill>
              <a:srgbClr val="F4A261"/>
            </a:solidFill>
            <a:prstDash val="solid"/>
          </a:ln>
        </p:spPr>
        <p:txBody>
          <a:bodyPr/>
          <a:lstStyle/>
          <a:p>
            <a:endParaRPr lang="en-CA" sz="2400"/>
          </a:p>
        </p:txBody>
      </p:sp>
      <p:sp>
        <p:nvSpPr>
          <p:cNvPr id="27" name="Shape 25"/>
          <p:cNvSpPr/>
          <p:nvPr/>
        </p:nvSpPr>
        <p:spPr>
          <a:xfrm>
            <a:off x="7049982" y="2106870"/>
            <a:ext cx="731520" cy="731520"/>
          </a:xfrm>
          <a:prstGeom prst="ellipse">
            <a:avLst/>
          </a:prstGeom>
          <a:solidFill>
            <a:srgbClr val="7C3F1B"/>
          </a:solidFill>
          <a:ln w="19050">
            <a:solidFill>
              <a:srgbClr val="F4A261"/>
            </a:solidFill>
            <a:prstDash val="solid"/>
          </a:ln>
        </p:spPr>
        <p:txBody>
          <a:bodyPr/>
          <a:lstStyle/>
          <a:p>
            <a:endParaRPr lang="en-CA" sz="2400"/>
          </a:p>
        </p:txBody>
      </p:sp>
      <p:sp>
        <p:nvSpPr>
          <p:cNvPr id="28" name="Text 26"/>
          <p:cNvSpPr/>
          <p:nvPr/>
        </p:nvSpPr>
        <p:spPr>
          <a:xfrm>
            <a:off x="7049982" y="2106870"/>
            <a:ext cx="731520" cy="731520"/>
          </a:xfrm>
          <a:prstGeom prst="rect">
            <a:avLst/>
          </a:prstGeom>
          <a:noFill/>
          <a:ln/>
        </p:spPr>
        <p:txBody>
          <a:bodyPr wrap="square" lIns="0" tIns="0" rIns="0" bIns="0" rtlCol="0" anchor="ctr"/>
          <a:lstStyle/>
          <a:p>
            <a:pPr algn="ctr"/>
            <a:r>
              <a:rPr lang="en-US" sz="2133" b="1">
                <a:solidFill>
                  <a:srgbClr val="FFFFFF"/>
                </a:solidFill>
                <a:latin typeface="Calibri" pitchFamily="34" charset="0"/>
                <a:ea typeface="Calibri" pitchFamily="34" charset="-122"/>
                <a:cs typeface="Calibri" pitchFamily="34" charset="-120"/>
              </a:rPr>
              <a:t>3</a:t>
            </a:r>
            <a:endParaRPr lang="en-US" sz="2133"/>
          </a:p>
        </p:txBody>
      </p:sp>
      <p:sp>
        <p:nvSpPr>
          <p:cNvPr id="29" name="Text 27"/>
          <p:cNvSpPr/>
          <p:nvPr/>
        </p:nvSpPr>
        <p:spPr>
          <a:xfrm>
            <a:off x="6135582" y="2960310"/>
            <a:ext cx="2560320" cy="365760"/>
          </a:xfrm>
          <a:prstGeom prst="rect">
            <a:avLst/>
          </a:prstGeom>
          <a:noFill/>
          <a:ln/>
        </p:spPr>
        <p:txBody>
          <a:bodyPr wrap="square" lIns="91440" tIns="45720" rIns="91440" bIns="45720" rtlCol="0" anchor="ctr"/>
          <a:lstStyle/>
          <a:p>
            <a:pPr algn="ctr"/>
            <a:r>
              <a:rPr lang="en-US" sz="1100" b="1" kern="0" spc="267">
                <a:solidFill>
                  <a:srgbClr val="F4A261"/>
                </a:solidFill>
                <a:latin typeface="Calibri"/>
                <a:ea typeface="Calibri"/>
                <a:cs typeface="Calibri"/>
              </a:rPr>
              <a:t>Part 3</a:t>
            </a:r>
            <a:endParaRPr lang="en-US" sz="1133"/>
          </a:p>
        </p:txBody>
      </p:sp>
      <p:sp>
        <p:nvSpPr>
          <p:cNvPr id="30" name="Text 28"/>
          <p:cNvSpPr/>
          <p:nvPr/>
        </p:nvSpPr>
        <p:spPr>
          <a:xfrm>
            <a:off x="6135582" y="3326070"/>
            <a:ext cx="2560320" cy="487680"/>
          </a:xfrm>
          <a:prstGeom prst="rect">
            <a:avLst/>
          </a:prstGeom>
          <a:noFill/>
          <a:ln/>
        </p:spPr>
        <p:txBody>
          <a:bodyPr wrap="square" lIns="91440" tIns="45720" rIns="91440" bIns="45720" rtlCol="0" anchor="ctr"/>
          <a:lstStyle/>
          <a:p>
            <a:pPr algn="ctr"/>
            <a:r>
              <a:rPr lang="en-US" sz="2000" b="1">
                <a:solidFill>
                  <a:srgbClr val="FFFFFF"/>
                </a:solidFill>
                <a:latin typeface="Calibri"/>
                <a:ea typeface="Calibri"/>
                <a:cs typeface="Calibri"/>
              </a:rPr>
              <a:t>Technical Highlights</a:t>
            </a:r>
            <a:endParaRPr lang="en-US" sz="2000"/>
          </a:p>
        </p:txBody>
      </p:sp>
      <p:sp>
        <p:nvSpPr>
          <p:cNvPr id="31" name="Shape 29"/>
          <p:cNvSpPr/>
          <p:nvPr/>
        </p:nvSpPr>
        <p:spPr>
          <a:xfrm>
            <a:off x="6501342" y="3899094"/>
            <a:ext cx="1828800" cy="0"/>
          </a:xfrm>
          <a:prstGeom prst="line">
            <a:avLst/>
          </a:prstGeom>
          <a:noFill/>
          <a:ln w="12700">
            <a:solidFill>
              <a:srgbClr val="1E3A5F"/>
            </a:solidFill>
            <a:prstDash val="solid"/>
          </a:ln>
        </p:spPr>
        <p:txBody>
          <a:bodyPr/>
          <a:lstStyle/>
          <a:p>
            <a:endParaRPr lang="en-CA" sz="2400"/>
          </a:p>
        </p:txBody>
      </p:sp>
      <p:sp>
        <p:nvSpPr>
          <p:cNvPr id="32" name="Text 30"/>
          <p:cNvSpPr/>
          <p:nvPr/>
        </p:nvSpPr>
        <p:spPr>
          <a:xfrm>
            <a:off x="6379422" y="4057590"/>
            <a:ext cx="2072640" cy="1584960"/>
          </a:xfrm>
          <a:prstGeom prst="rect">
            <a:avLst/>
          </a:prstGeom>
          <a:noFill/>
          <a:ln/>
        </p:spPr>
        <p:txBody>
          <a:bodyPr wrap="square" lIns="91440" tIns="45720" rIns="91440" bIns="45720" rtlCol="0" anchor="ctr"/>
          <a:lstStyle/>
          <a:p>
            <a:pPr marL="456565" indent="-456565">
              <a:spcAft>
                <a:spcPts val="533"/>
              </a:spcAft>
              <a:buSzPct val="100000"/>
              <a:buChar char="•"/>
            </a:pPr>
            <a:r>
              <a:rPr lang="en-US" sz="1300">
                <a:solidFill>
                  <a:srgbClr val="A8C8E8"/>
                </a:solidFill>
                <a:latin typeface="Calibri"/>
                <a:ea typeface="Calibri"/>
                <a:cs typeface="Calibri"/>
              </a:rPr>
              <a:t>Expansiveness</a:t>
            </a:r>
            <a:endParaRPr lang="en-US" sz="1333"/>
          </a:p>
          <a:p>
            <a:pPr marL="456565" indent="-456565">
              <a:spcAft>
                <a:spcPts val="533"/>
              </a:spcAft>
              <a:buSzPct val="100000"/>
              <a:buChar char="•"/>
            </a:pPr>
            <a:r>
              <a:rPr lang="en-US" sz="1300">
                <a:solidFill>
                  <a:srgbClr val="A8C8E8"/>
                </a:solidFill>
                <a:latin typeface="Calibri"/>
                <a:ea typeface="Calibri"/>
                <a:cs typeface="Calibri"/>
              </a:rPr>
              <a:t>Modularity</a:t>
            </a:r>
            <a:endParaRPr lang="en-US" sz="1333"/>
          </a:p>
          <a:p>
            <a:pPr marL="456565" indent="-456565">
              <a:spcAft>
                <a:spcPts val="533"/>
              </a:spcAft>
              <a:buSzPct val="100000"/>
              <a:buFont typeface="Arial"/>
              <a:buChar char="•"/>
            </a:pPr>
            <a:r>
              <a:rPr lang="en-US" sz="1300">
                <a:solidFill>
                  <a:srgbClr val="A8C8E8"/>
                </a:solidFill>
                <a:latin typeface="Calibri"/>
                <a:ea typeface="Calibri"/>
                <a:cs typeface="Calibri"/>
              </a:rPr>
              <a:t>Platform Perks</a:t>
            </a:r>
            <a:endParaRPr lang="en-US" sz="1300">
              <a:solidFill>
                <a:srgbClr val="FFFFFF"/>
              </a:solidFill>
              <a:latin typeface="Century Gothic" panose="020B0502020202020204"/>
              <a:ea typeface="Calibri"/>
              <a:cs typeface="Calibri"/>
            </a:endParaRPr>
          </a:p>
        </p:txBody>
      </p:sp>
      <p:sp>
        <p:nvSpPr>
          <p:cNvPr id="35" name="Shape 33"/>
          <p:cNvSpPr/>
          <p:nvPr/>
        </p:nvSpPr>
        <p:spPr>
          <a:xfrm>
            <a:off x="9183582" y="1835175"/>
            <a:ext cx="2560320" cy="4023360"/>
          </a:xfrm>
          <a:prstGeom prst="rect">
            <a:avLst/>
          </a:prstGeom>
          <a:solidFill>
            <a:srgbClr val="14263D"/>
          </a:solidFill>
          <a:ln w="12700">
            <a:solidFill>
              <a:srgbClr val="1E3A5F"/>
            </a:solidFill>
            <a:prstDash val="solid"/>
          </a:ln>
          <a:effectLst>
            <a:outerShdw blurRad="127000" dist="38100" dir="8100000" algn="bl" rotWithShape="0">
              <a:srgbClr val="000000">
                <a:alpha val="30000"/>
              </a:srgbClr>
            </a:outerShdw>
          </a:effectLst>
        </p:spPr>
        <p:txBody>
          <a:bodyPr/>
          <a:lstStyle/>
          <a:p>
            <a:endParaRPr lang="en-CA" sz="2400"/>
          </a:p>
        </p:txBody>
      </p:sp>
      <p:sp>
        <p:nvSpPr>
          <p:cNvPr id="36" name="Shape 34"/>
          <p:cNvSpPr/>
          <p:nvPr/>
        </p:nvSpPr>
        <p:spPr>
          <a:xfrm>
            <a:off x="9183582" y="1857806"/>
            <a:ext cx="2560320" cy="97536"/>
          </a:xfrm>
          <a:prstGeom prst="rect">
            <a:avLst/>
          </a:prstGeom>
          <a:solidFill>
            <a:srgbClr val="E07BCC"/>
          </a:solidFill>
          <a:ln w="12700">
            <a:solidFill>
              <a:srgbClr val="E07BCC"/>
            </a:solidFill>
            <a:prstDash val="solid"/>
          </a:ln>
        </p:spPr>
        <p:txBody>
          <a:bodyPr/>
          <a:lstStyle/>
          <a:p>
            <a:endParaRPr lang="en-CA" sz="2400"/>
          </a:p>
        </p:txBody>
      </p:sp>
      <p:sp>
        <p:nvSpPr>
          <p:cNvPr id="37" name="Shape 35"/>
          <p:cNvSpPr/>
          <p:nvPr/>
        </p:nvSpPr>
        <p:spPr>
          <a:xfrm>
            <a:off x="10098521" y="2130383"/>
            <a:ext cx="731520" cy="731520"/>
          </a:xfrm>
          <a:prstGeom prst="ellipse">
            <a:avLst/>
          </a:prstGeom>
          <a:solidFill>
            <a:srgbClr val="6B2760"/>
          </a:solidFill>
          <a:ln w="19050">
            <a:solidFill>
              <a:srgbClr val="E07BCC"/>
            </a:solidFill>
            <a:prstDash val="solid"/>
          </a:ln>
        </p:spPr>
        <p:txBody>
          <a:bodyPr/>
          <a:lstStyle/>
          <a:p>
            <a:endParaRPr lang="en-CA" sz="2400"/>
          </a:p>
        </p:txBody>
      </p:sp>
      <p:sp>
        <p:nvSpPr>
          <p:cNvPr id="38" name="Text 36"/>
          <p:cNvSpPr/>
          <p:nvPr/>
        </p:nvSpPr>
        <p:spPr>
          <a:xfrm>
            <a:off x="10098521" y="2130383"/>
            <a:ext cx="731520" cy="731520"/>
          </a:xfrm>
          <a:prstGeom prst="rect">
            <a:avLst/>
          </a:prstGeom>
          <a:noFill/>
          <a:ln/>
        </p:spPr>
        <p:txBody>
          <a:bodyPr wrap="square" lIns="0" tIns="0" rIns="0" bIns="0" rtlCol="0" anchor="ctr"/>
          <a:lstStyle/>
          <a:p>
            <a:pPr algn="ctr"/>
            <a:r>
              <a:rPr lang="en-US" sz="2133" b="1">
                <a:solidFill>
                  <a:srgbClr val="FFFFFF"/>
                </a:solidFill>
                <a:latin typeface="Calibri" pitchFamily="34" charset="0"/>
                <a:ea typeface="Calibri" pitchFamily="34" charset="-122"/>
                <a:cs typeface="Calibri" pitchFamily="34" charset="-120"/>
              </a:rPr>
              <a:t>4</a:t>
            </a:r>
            <a:endParaRPr lang="en-US" sz="2133"/>
          </a:p>
        </p:txBody>
      </p:sp>
      <p:sp>
        <p:nvSpPr>
          <p:cNvPr id="39" name="Text 37"/>
          <p:cNvSpPr/>
          <p:nvPr/>
        </p:nvSpPr>
        <p:spPr>
          <a:xfrm>
            <a:off x="9177378" y="2983823"/>
            <a:ext cx="2560320" cy="365760"/>
          </a:xfrm>
          <a:prstGeom prst="rect">
            <a:avLst/>
          </a:prstGeom>
          <a:noFill/>
          <a:ln/>
        </p:spPr>
        <p:txBody>
          <a:bodyPr wrap="square" lIns="91440" tIns="45720" rIns="91440" bIns="45720" rtlCol="0" anchor="ctr"/>
          <a:lstStyle/>
          <a:p>
            <a:pPr algn="ctr"/>
            <a:r>
              <a:rPr lang="en-US" sz="1100" b="1" kern="0" spc="267">
                <a:solidFill>
                  <a:srgbClr val="E07BCC"/>
                </a:solidFill>
                <a:latin typeface="Calibri"/>
                <a:ea typeface="Calibri"/>
                <a:cs typeface="Calibri"/>
              </a:rPr>
              <a:t>Part 4</a:t>
            </a:r>
            <a:endParaRPr lang="en-US" sz="1100">
              <a:latin typeface="Calibri"/>
              <a:ea typeface="Calibri"/>
              <a:cs typeface="Calibri"/>
            </a:endParaRPr>
          </a:p>
        </p:txBody>
      </p:sp>
      <p:sp>
        <p:nvSpPr>
          <p:cNvPr id="40" name="Text 38"/>
          <p:cNvSpPr/>
          <p:nvPr/>
        </p:nvSpPr>
        <p:spPr>
          <a:xfrm>
            <a:off x="9170635" y="3349583"/>
            <a:ext cx="2560320" cy="487680"/>
          </a:xfrm>
          <a:prstGeom prst="rect">
            <a:avLst/>
          </a:prstGeom>
          <a:noFill/>
          <a:ln/>
        </p:spPr>
        <p:txBody>
          <a:bodyPr wrap="square" lIns="91440" tIns="45720" rIns="91440" bIns="45720" rtlCol="0" anchor="ctr"/>
          <a:lstStyle/>
          <a:p>
            <a:pPr algn="ctr"/>
            <a:r>
              <a:rPr lang="en-US" sz="2000" b="1">
                <a:solidFill>
                  <a:srgbClr val="FFFFFF"/>
                </a:solidFill>
                <a:latin typeface="Calibri"/>
                <a:ea typeface="Calibri"/>
                <a:cs typeface="Calibri"/>
              </a:rPr>
              <a:t>Iteration, Validation &amp; Beyond</a:t>
            </a:r>
            <a:endParaRPr lang="en-US" sz="2000"/>
          </a:p>
        </p:txBody>
      </p:sp>
      <p:sp>
        <p:nvSpPr>
          <p:cNvPr id="41" name="Shape 39"/>
          <p:cNvSpPr/>
          <p:nvPr/>
        </p:nvSpPr>
        <p:spPr>
          <a:xfrm>
            <a:off x="9671262" y="3922607"/>
            <a:ext cx="1828800" cy="0"/>
          </a:xfrm>
          <a:prstGeom prst="line">
            <a:avLst/>
          </a:prstGeom>
          <a:noFill/>
          <a:ln w="12700">
            <a:solidFill>
              <a:srgbClr val="1E3A5F"/>
            </a:solidFill>
            <a:prstDash val="solid"/>
          </a:ln>
        </p:spPr>
        <p:txBody>
          <a:bodyPr/>
          <a:lstStyle/>
          <a:p>
            <a:endParaRPr lang="en-CA" sz="2400"/>
          </a:p>
        </p:txBody>
      </p:sp>
      <p:sp>
        <p:nvSpPr>
          <p:cNvPr id="42" name="Text 40"/>
          <p:cNvSpPr/>
          <p:nvPr/>
        </p:nvSpPr>
        <p:spPr>
          <a:xfrm>
            <a:off x="9549342" y="4081103"/>
            <a:ext cx="2072640" cy="1584960"/>
          </a:xfrm>
          <a:prstGeom prst="rect">
            <a:avLst/>
          </a:prstGeom>
          <a:noFill/>
          <a:ln/>
        </p:spPr>
        <p:txBody>
          <a:bodyPr wrap="square" lIns="91440" tIns="45720" rIns="91440" bIns="45720" rtlCol="0" anchor="ctr"/>
          <a:lstStyle/>
          <a:p>
            <a:pPr marL="456565" indent="-456565">
              <a:spcAft>
                <a:spcPts val="533"/>
              </a:spcAft>
              <a:buSzPct val="100000"/>
              <a:buFont typeface="Arial"/>
              <a:buChar char="•"/>
            </a:pPr>
            <a:r>
              <a:rPr lang="en-US" sz="1300">
                <a:solidFill>
                  <a:srgbClr val="A8C8E8"/>
                </a:solidFill>
                <a:latin typeface="Calibri"/>
                <a:ea typeface="Calibri"/>
                <a:cs typeface="Calibri"/>
              </a:rPr>
              <a:t>UI testing &amp; improvement</a:t>
            </a:r>
            <a:endParaRPr lang="en-US" sz="1333">
              <a:solidFill>
                <a:srgbClr val="FFFFFF"/>
              </a:solidFill>
              <a:latin typeface="Century Gothic" panose="020B0502020202020204"/>
              <a:ea typeface="Calibri"/>
              <a:cs typeface="Calibri"/>
            </a:endParaRPr>
          </a:p>
          <a:p>
            <a:pPr marL="456565" indent="-456565">
              <a:spcAft>
                <a:spcPts val="533"/>
              </a:spcAft>
              <a:buSzPct val="100000"/>
              <a:buFont typeface="Arial"/>
              <a:buChar char="•"/>
            </a:pPr>
            <a:r>
              <a:rPr lang="en-US" sz="1300">
                <a:solidFill>
                  <a:srgbClr val="A8C8E8"/>
                </a:solidFill>
                <a:latin typeface="Calibri"/>
                <a:ea typeface="Calibri"/>
                <a:cs typeface="Calibri"/>
              </a:rPr>
              <a:t>Acceptance Testing</a:t>
            </a:r>
          </a:p>
          <a:p>
            <a:pPr marL="456565" indent="-456565">
              <a:spcAft>
                <a:spcPts val="533"/>
              </a:spcAft>
              <a:buSzPct val="100000"/>
              <a:buFont typeface="Arial"/>
              <a:buChar char="•"/>
            </a:pPr>
            <a:r>
              <a:rPr lang="en-US" sz="1300">
                <a:solidFill>
                  <a:srgbClr val="A8C8E8"/>
                </a:solidFill>
                <a:latin typeface="Calibri"/>
                <a:ea typeface="Calibri"/>
                <a:cs typeface="Calibri"/>
              </a:rPr>
              <a:t>Recap</a:t>
            </a:r>
          </a:p>
          <a:p>
            <a:pPr marL="456565" indent="-456565">
              <a:spcAft>
                <a:spcPts val="533"/>
              </a:spcAft>
              <a:buSzPct val="100000"/>
              <a:buFont typeface="Arial"/>
              <a:buChar char="•"/>
            </a:pPr>
            <a:r>
              <a:rPr lang="en-US" sz="1300">
                <a:solidFill>
                  <a:srgbClr val="A8C8E8"/>
                </a:solidFill>
                <a:latin typeface="Calibri"/>
                <a:ea typeface="Calibri"/>
                <a:cs typeface="Calibri"/>
              </a:rPr>
              <a:t>Next Steps</a:t>
            </a:r>
          </a:p>
        </p:txBody>
      </p:sp>
      <p:sp>
        <p:nvSpPr>
          <p:cNvPr id="44" name="Shape 9">
            <a:extLst>
              <a:ext uri="{FF2B5EF4-FFF2-40B4-BE49-F238E27FC236}">
                <a16:creationId xmlns:a16="http://schemas.microsoft.com/office/drawing/2014/main" id="{2701316F-001F-0685-5632-94B9FFCE4FB9}"/>
              </a:ext>
            </a:extLst>
          </p:cNvPr>
          <p:cNvSpPr/>
          <p:nvPr/>
        </p:nvSpPr>
        <p:spPr>
          <a:xfrm>
            <a:off x="3671056" y="3860342"/>
            <a:ext cx="1828800" cy="0"/>
          </a:xfrm>
          <a:prstGeom prst="line">
            <a:avLst/>
          </a:prstGeom>
          <a:noFill/>
          <a:ln w="12700">
            <a:solidFill>
              <a:srgbClr val="1E3A5F"/>
            </a:solidFill>
            <a:prstDash val="solid"/>
          </a:ln>
        </p:spPr>
        <p:txBody>
          <a:bodyPr/>
          <a:lstStyle/>
          <a:p>
            <a:endParaRPr lang="en-CA"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59DA5-950E-D4EF-12A4-C2A54655E197}"/>
              </a:ext>
            </a:extLst>
          </p:cNvPr>
          <p:cNvSpPr>
            <a:spLocks noGrp="1"/>
          </p:cNvSpPr>
          <p:nvPr>
            <p:ph type="title"/>
          </p:nvPr>
        </p:nvSpPr>
        <p:spPr>
          <a:xfrm>
            <a:off x="646111" y="641532"/>
            <a:ext cx="9404723" cy="1035021"/>
          </a:xfrm>
        </p:spPr>
        <p:txBody>
          <a:bodyPr/>
          <a:lstStyle/>
          <a:p>
            <a:r>
              <a:rPr lang="en-GB" b="1"/>
              <a:t>Motivation</a:t>
            </a:r>
          </a:p>
        </p:txBody>
      </p:sp>
      <p:sp>
        <p:nvSpPr>
          <p:cNvPr id="3" name="Text Placeholder 2">
            <a:extLst>
              <a:ext uri="{FF2B5EF4-FFF2-40B4-BE49-F238E27FC236}">
                <a16:creationId xmlns:a16="http://schemas.microsoft.com/office/drawing/2014/main" id="{B74D1D65-5CB2-5B70-FB6A-7863D34AB1B3}"/>
              </a:ext>
            </a:extLst>
          </p:cNvPr>
          <p:cNvSpPr>
            <a:spLocks noGrp="1"/>
          </p:cNvSpPr>
          <p:nvPr>
            <p:ph idx="1"/>
          </p:nvPr>
        </p:nvSpPr>
        <p:spPr>
          <a:xfrm>
            <a:off x="646111" y="1665509"/>
            <a:ext cx="11037373" cy="4957480"/>
          </a:xfrm>
        </p:spPr>
        <p:txBody>
          <a:bodyPr vert="horz" lIns="91440" tIns="45720" rIns="91440" bIns="45720" rtlCol="0" anchor="t">
            <a:normAutofit fontScale="92500"/>
          </a:bodyPr>
          <a:lstStyle/>
          <a:p>
            <a:r>
              <a:rPr lang="en-GB" sz="2400">
                <a:ea typeface="+mj-lt"/>
                <a:cs typeface="+mj-lt"/>
              </a:rPr>
              <a:t>The McMaster Engineering Society hosts large-scale events year-round, including Fireball Formal, Pub Nights, and the CALE Conference</a:t>
            </a:r>
            <a:endParaRPr lang="en-GB" sz="2400"/>
          </a:p>
          <a:p>
            <a:pPr>
              <a:buClr>
                <a:srgbClr val="8AD0D6"/>
              </a:buClr>
            </a:pPr>
            <a:r>
              <a:rPr lang="en-GB" sz="2400">
                <a:ea typeface="+mj-lt"/>
                <a:cs typeface="+mj-lt"/>
              </a:rPr>
              <a:t>They also conduct and collect data for surveys, including the CFES National Survey</a:t>
            </a:r>
          </a:p>
          <a:p>
            <a:pPr lvl="1">
              <a:buClr>
                <a:srgbClr val="8AD0D6"/>
              </a:buClr>
              <a:buFont typeface="Courier New" charset="2"/>
              <a:buChar char="o"/>
            </a:pPr>
            <a:r>
              <a:rPr lang="en-GB" sz="2000">
                <a:ea typeface="+mj-lt"/>
                <a:cs typeface="+mj-lt"/>
              </a:rPr>
              <a:t>A Google form with 71 pages</a:t>
            </a:r>
          </a:p>
          <a:p>
            <a:pPr>
              <a:buClr>
                <a:srgbClr val="8AD0D6"/>
              </a:buClr>
            </a:pPr>
            <a:r>
              <a:rPr lang="en-GB" sz="2400">
                <a:ea typeface="+mj-lt"/>
                <a:cs typeface="+mj-lt"/>
              </a:rPr>
              <a:t>Registrations, attendance, and payments are tracked manually through spreadsheets</a:t>
            </a:r>
            <a:endParaRPr lang="en-GB" sz="2400"/>
          </a:p>
          <a:p>
            <a:pPr>
              <a:buClr>
                <a:srgbClr val="8AD0D6"/>
              </a:buClr>
            </a:pPr>
            <a:r>
              <a:rPr lang="en-GB" sz="2400">
                <a:ea typeface="+mj-lt"/>
                <a:cs typeface="+mj-lt"/>
              </a:rPr>
              <a:t>Form responses are collected through Google Forms without analytics or true ownership of the data</a:t>
            </a:r>
          </a:p>
          <a:p>
            <a:pPr lvl="1">
              <a:buClr>
                <a:srgbClr val="8AD0D6"/>
              </a:buClr>
              <a:buFont typeface="Courier New" charset="2"/>
              <a:buChar char="o"/>
            </a:pPr>
            <a:r>
              <a:rPr lang="en-GB" sz="2000"/>
              <a:t>Forms lengths are also daunting and their contents repetitive, discouraging completion</a:t>
            </a:r>
          </a:p>
          <a:p>
            <a:pPr>
              <a:buClr>
                <a:srgbClr val="8AD0D6"/>
              </a:buClr>
            </a:pPr>
            <a:r>
              <a:rPr lang="en-GB" sz="2400"/>
              <a:t>Overall, the system is a nightmare, and needs centralization and automation</a:t>
            </a:r>
          </a:p>
        </p:txBody>
      </p:sp>
    </p:spTree>
    <p:extLst>
      <p:ext uri="{BB962C8B-B14F-4D97-AF65-F5344CB8AC3E}">
        <p14:creationId xmlns:p14="http://schemas.microsoft.com/office/powerpoint/2010/main" val="3317324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FA7E68-9DD9-FD74-C206-20EA9EBF668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7596E8-8BD2-7F41-2827-38E210E869F5}"/>
              </a:ext>
            </a:extLst>
          </p:cNvPr>
          <p:cNvSpPr>
            <a:spLocks noGrp="1"/>
          </p:cNvSpPr>
          <p:nvPr>
            <p:ph type="title"/>
          </p:nvPr>
        </p:nvSpPr>
        <p:spPr>
          <a:xfrm>
            <a:off x="643855" y="571163"/>
            <a:ext cx="3108626" cy="5448637"/>
          </a:xfrm>
        </p:spPr>
        <p:txBody>
          <a:bodyPr anchor="ctr">
            <a:normAutofit/>
          </a:bodyPr>
          <a:lstStyle/>
          <a:p>
            <a:r>
              <a:rPr lang="en-GB" b="1">
                <a:solidFill>
                  <a:srgbClr val="F2F2F2"/>
                </a:solidFill>
              </a:rPr>
              <a:t>Goals</a:t>
            </a:r>
          </a:p>
        </p:txBody>
      </p:sp>
      <p:sp>
        <p:nvSpPr>
          <p:cNvPr id="24" name="Freeform: Shape 23">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6" name="Rectangle 25">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graphicFrame>
        <p:nvGraphicFramePr>
          <p:cNvPr id="27" name="Text Placeholder 2">
            <a:extLst>
              <a:ext uri="{FF2B5EF4-FFF2-40B4-BE49-F238E27FC236}">
                <a16:creationId xmlns:a16="http://schemas.microsoft.com/office/drawing/2014/main" id="{B324DF6D-FEC1-51C4-0953-F0FEAC44161C}"/>
              </a:ext>
            </a:extLst>
          </p:cNvPr>
          <p:cNvGraphicFramePr>
            <a:graphicFrameLocks noGrp="1"/>
          </p:cNvGraphicFramePr>
          <p:nvPr>
            <p:ph idx="1"/>
            <p:extLst>
              <p:ext uri="{D42A27DB-BD31-4B8C-83A1-F6EECF244321}">
                <p14:modId xmlns:p14="http://schemas.microsoft.com/office/powerpoint/2010/main" val="1680575760"/>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474403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4EBB-0529-5D80-1B54-320909700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CE0AB-90B4-2482-A040-79DD3707BB99}"/>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b="1"/>
              <a:t>Demo</a:t>
            </a:r>
            <a:endParaRPr lang="en-US" b="1">
              <a:ea typeface="+mj-ea"/>
              <a:cs typeface="+mj-cs"/>
            </a:endParaRPr>
          </a:p>
        </p:txBody>
      </p:sp>
    </p:spTree>
    <p:extLst>
      <p:ext uri="{BB962C8B-B14F-4D97-AF65-F5344CB8AC3E}">
        <p14:creationId xmlns:p14="http://schemas.microsoft.com/office/powerpoint/2010/main" val="9709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10FC8A-6B7C-ADD9-4506-2A9B18F88ED6}"/>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81948-8A98-883C-D288-2BC438A99876}"/>
              </a:ext>
            </a:extLst>
          </p:cNvPr>
          <p:cNvSpPr>
            <a:spLocks noGrp="1"/>
          </p:cNvSpPr>
          <p:nvPr>
            <p:ph type="title"/>
          </p:nvPr>
        </p:nvSpPr>
        <p:spPr>
          <a:xfrm>
            <a:off x="648929" y="1063417"/>
            <a:ext cx="3505495" cy="4675396"/>
          </a:xfrm>
        </p:spPr>
        <p:txBody>
          <a:bodyPr anchor="ctr">
            <a:normAutofit/>
          </a:bodyPr>
          <a:lstStyle/>
          <a:p>
            <a:r>
              <a:rPr lang="en-GB" b="1">
                <a:solidFill>
                  <a:srgbClr val="F2F2F2"/>
                </a:solidFill>
              </a:rPr>
              <a:t>The Tech Stack</a:t>
            </a:r>
          </a:p>
        </p:txBody>
      </p:sp>
      <p:sp>
        <p:nvSpPr>
          <p:cNvPr id="22" name="Rectangle 21">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graphicFrame>
        <p:nvGraphicFramePr>
          <p:cNvPr id="19" name="Text Placeholder 2">
            <a:extLst>
              <a:ext uri="{FF2B5EF4-FFF2-40B4-BE49-F238E27FC236}">
                <a16:creationId xmlns:a16="http://schemas.microsoft.com/office/drawing/2014/main" id="{6FCDB12C-51C3-C30B-5C01-C143E2B9C801}"/>
              </a:ext>
            </a:extLst>
          </p:cNvPr>
          <p:cNvGraphicFramePr>
            <a:graphicFrameLocks noGrp="1"/>
          </p:cNvGraphicFramePr>
          <p:nvPr>
            <p:ph idx="1"/>
            <p:extLst>
              <p:ext uri="{D42A27DB-BD31-4B8C-83A1-F6EECF244321}">
                <p14:modId xmlns:p14="http://schemas.microsoft.com/office/powerpoint/2010/main" val="3217491124"/>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560706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0CA396-C0A1-6B17-4BA3-1B65941B02C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32BF9-A760-25B4-975D-C37F2797CB50}"/>
              </a:ext>
            </a:extLst>
          </p:cNvPr>
          <p:cNvSpPr>
            <a:spLocks noGrp="1"/>
          </p:cNvSpPr>
          <p:nvPr>
            <p:ph type="title"/>
          </p:nvPr>
        </p:nvSpPr>
        <p:spPr>
          <a:xfrm>
            <a:off x="648929" y="1063417"/>
            <a:ext cx="3505495" cy="4675396"/>
          </a:xfrm>
        </p:spPr>
        <p:txBody>
          <a:bodyPr anchor="ctr">
            <a:normAutofit/>
          </a:bodyPr>
          <a:lstStyle/>
          <a:p>
            <a:r>
              <a:rPr lang="en-GB" b="1">
                <a:solidFill>
                  <a:srgbClr val="F2F2F2"/>
                </a:solidFill>
              </a:rPr>
              <a:t>Tech Stack Advantages</a:t>
            </a:r>
          </a:p>
        </p:txBody>
      </p:sp>
      <p:sp>
        <p:nvSpPr>
          <p:cNvPr id="12" name="Rectangle 11">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graphicFrame>
        <p:nvGraphicFramePr>
          <p:cNvPr id="5" name="Text Placeholder 2">
            <a:extLst>
              <a:ext uri="{FF2B5EF4-FFF2-40B4-BE49-F238E27FC236}">
                <a16:creationId xmlns:a16="http://schemas.microsoft.com/office/drawing/2014/main" id="{9C78AC4B-A297-6EB7-C511-59285E628A40}"/>
              </a:ext>
            </a:extLst>
          </p:cNvPr>
          <p:cNvGraphicFramePr>
            <a:graphicFrameLocks noGrp="1"/>
          </p:cNvGraphicFramePr>
          <p:nvPr>
            <p:ph idx="1"/>
            <p:extLst>
              <p:ext uri="{D42A27DB-BD31-4B8C-83A1-F6EECF244321}">
                <p14:modId xmlns:p14="http://schemas.microsoft.com/office/powerpoint/2010/main" val="1209757369"/>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660927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3AAE15-83A5-8B6F-3FBC-A10B2167FB6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1ABADDE-5CC5-2781-E0A2-0EA77122C25E}"/>
              </a:ext>
            </a:extLst>
          </p:cNvPr>
          <p:cNvSpPr>
            <a:spLocks noGrp="1"/>
          </p:cNvSpPr>
          <p:nvPr>
            <p:ph type="title"/>
          </p:nvPr>
        </p:nvSpPr>
        <p:spPr>
          <a:xfrm>
            <a:off x="648930" y="629267"/>
            <a:ext cx="9252154" cy="1016654"/>
          </a:xfrm>
        </p:spPr>
        <p:txBody>
          <a:bodyPr>
            <a:normAutofit/>
          </a:bodyPr>
          <a:lstStyle/>
          <a:p>
            <a:r>
              <a:rPr lang="en-GB" b="1">
                <a:solidFill>
                  <a:srgbClr val="EBEBEB"/>
                </a:solidFill>
              </a:rPr>
              <a:t>Easy Expandability</a:t>
            </a:r>
          </a:p>
        </p:txBody>
      </p:sp>
      <p:sp>
        <p:nvSpPr>
          <p:cNvPr id="12" name="Rectangle 11">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Freeform: Shape 13">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CA"/>
          </a:p>
        </p:txBody>
      </p:sp>
      <p:graphicFrame>
        <p:nvGraphicFramePr>
          <p:cNvPr id="8" name="Content Placeholder 3">
            <a:extLst>
              <a:ext uri="{FF2B5EF4-FFF2-40B4-BE49-F238E27FC236}">
                <a16:creationId xmlns:a16="http://schemas.microsoft.com/office/drawing/2014/main" id="{2CB31677-E1CE-7CC5-D33B-1A8582AD2B9A}"/>
              </a:ext>
            </a:extLst>
          </p:cNvPr>
          <p:cNvGraphicFramePr>
            <a:graphicFrameLocks noGrp="1"/>
          </p:cNvGraphicFramePr>
          <p:nvPr>
            <p:ph idx="1"/>
            <p:extLst>
              <p:ext uri="{D42A27DB-BD31-4B8C-83A1-F6EECF244321}">
                <p14:modId xmlns:p14="http://schemas.microsoft.com/office/powerpoint/2010/main" val="3425783235"/>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610929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756C9-2C1D-549D-A292-5711A32FD065}"/>
              </a:ext>
            </a:extLst>
          </p:cNvPr>
          <p:cNvSpPr>
            <a:spLocks noGrp="1"/>
          </p:cNvSpPr>
          <p:nvPr>
            <p:ph type="title"/>
          </p:nvPr>
        </p:nvSpPr>
        <p:spPr/>
        <p:txBody>
          <a:bodyPr/>
          <a:lstStyle/>
          <a:p>
            <a:r>
              <a:rPr lang="en-US"/>
              <a:t>Design Modularity</a:t>
            </a:r>
            <a:endParaRPr lang="en-CA"/>
          </a:p>
        </p:txBody>
      </p:sp>
      <p:pic>
        <p:nvPicPr>
          <p:cNvPr id="5" name="Content Placeholder 4">
            <a:extLst>
              <a:ext uri="{FF2B5EF4-FFF2-40B4-BE49-F238E27FC236}">
                <a16:creationId xmlns:a16="http://schemas.microsoft.com/office/drawing/2014/main" id="{C59A269B-2A75-D783-6379-DBC1AC37CB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1455" y="2019981"/>
            <a:ext cx="8109379" cy="4195762"/>
          </a:xfrm>
          <a:prstGeom prst="rect">
            <a:avLst/>
          </a:prstGeom>
        </p:spPr>
      </p:pic>
    </p:spTree>
    <p:extLst>
      <p:ext uri="{BB962C8B-B14F-4D97-AF65-F5344CB8AC3E}">
        <p14:creationId xmlns:p14="http://schemas.microsoft.com/office/powerpoint/2010/main" val="420510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58302-E60B-3E0A-BD99-CA9E04DEA57B}"/>
              </a:ext>
            </a:extLst>
          </p:cNvPr>
          <p:cNvSpPr>
            <a:spLocks noGrp="1"/>
          </p:cNvSpPr>
          <p:nvPr>
            <p:ph type="title"/>
          </p:nvPr>
        </p:nvSpPr>
        <p:spPr>
          <a:xfrm>
            <a:off x="648931" y="629266"/>
            <a:ext cx="4166510" cy="1622321"/>
          </a:xfrm>
        </p:spPr>
        <p:txBody>
          <a:bodyPr>
            <a:normAutofit/>
          </a:bodyPr>
          <a:lstStyle/>
          <a:p>
            <a:r>
              <a:rPr lang="en-US" sz="3900" b="1">
                <a:solidFill>
                  <a:srgbClr val="EBEBEB"/>
                </a:solidFill>
              </a:rPr>
              <a:t>Separate Admin and User Portals</a:t>
            </a:r>
            <a:endParaRPr lang="en-CA" sz="3900" b="1">
              <a:solidFill>
                <a:srgbClr val="EBEBEB"/>
              </a:solidFill>
            </a:endParaRPr>
          </a:p>
        </p:txBody>
      </p:sp>
      <p:sp>
        <p:nvSpPr>
          <p:cNvPr id="67"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9" name="Freeform: Shape 68">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CA"/>
          </a:p>
        </p:txBody>
      </p:sp>
      <p:pic>
        <p:nvPicPr>
          <p:cNvPr id="7" name="Picture 6">
            <a:extLst>
              <a:ext uri="{FF2B5EF4-FFF2-40B4-BE49-F238E27FC236}">
                <a16:creationId xmlns:a16="http://schemas.microsoft.com/office/drawing/2014/main" id="{2482A52B-F334-CC5C-84E9-5C43E1A53B9C}"/>
              </a:ext>
            </a:extLst>
          </p:cNvPr>
          <p:cNvPicPr>
            <a:picLocks noChangeAspect="1"/>
          </p:cNvPicPr>
          <p:nvPr/>
        </p:nvPicPr>
        <p:blipFill>
          <a:blip r:embed="rId2"/>
          <a:stretch>
            <a:fillRect/>
          </a:stretch>
        </p:blipFill>
        <p:spPr>
          <a:xfrm>
            <a:off x="6093992" y="1521538"/>
            <a:ext cx="5449889" cy="3814921"/>
          </a:xfrm>
          <a:prstGeom prst="rect">
            <a:avLst/>
          </a:prstGeom>
          <a:effectLst/>
        </p:spPr>
      </p:pic>
      <p:sp>
        <p:nvSpPr>
          <p:cNvPr id="71" name="Rectangle 70">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07C07745-D10D-D1AB-E276-D971D2453A1C}"/>
              </a:ext>
            </a:extLst>
          </p:cNvPr>
          <p:cNvSpPr>
            <a:spLocks noGrp="1"/>
          </p:cNvSpPr>
          <p:nvPr>
            <p:ph idx="1"/>
          </p:nvPr>
        </p:nvSpPr>
        <p:spPr>
          <a:xfrm>
            <a:off x="648931" y="2438400"/>
            <a:ext cx="4166509" cy="3785419"/>
          </a:xfrm>
        </p:spPr>
        <p:txBody>
          <a:bodyPr vert="horz" lIns="91440" tIns="45720" rIns="91440" bIns="45720" rtlCol="0">
            <a:normAutofit/>
          </a:bodyPr>
          <a:lstStyle/>
          <a:p>
            <a:pPr>
              <a:lnSpc>
                <a:spcPct val="90000"/>
              </a:lnSpc>
            </a:pPr>
            <a:r>
              <a:rPr lang="en-US" b="1" dirty="0">
                <a:solidFill>
                  <a:srgbClr val="EBEBEB"/>
                </a:solidFill>
              </a:rPr>
              <a:t>Role-based UX</a:t>
            </a:r>
            <a:r>
              <a:rPr lang="en-US" dirty="0">
                <a:solidFill>
                  <a:srgbClr val="EBEBEB"/>
                </a:solidFill>
              </a:rPr>
              <a:t>: Each portal and web-app has separate focuses and experiences based on the requirements.</a:t>
            </a:r>
          </a:p>
          <a:p>
            <a:pPr>
              <a:lnSpc>
                <a:spcPct val="90000"/>
              </a:lnSpc>
            </a:pPr>
            <a:r>
              <a:rPr lang="en-US" b="1" dirty="0">
                <a:solidFill>
                  <a:srgbClr val="EBEBEB"/>
                </a:solidFill>
              </a:rPr>
              <a:t>Security isolation</a:t>
            </a:r>
            <a:r>
              <a:rPr lang="en-US" dirty="0">
                <a:solidFill>
                  <a:srgbClr val="EBEBEB"/>
                </a:solidFill>
              </a:rPr>
              <a:t>: Admin portal with strict authentication separate from public user registration.</a:t>
            </a:r>
          </a:p>
          <a:p>
            <a:pPr>
              <a:lnSpc>
                <a:spcPct val="90000"/>
              </a:lnSpc>
            </a:pPr>
            <a:r>
              <a:rPr lang="en-US" b="1" dirty="0">
                <a:solidFill>
                  <a:srgbClr val="EBEBEB"/>
                </a:solidFill>
              </a:rPr>
              <a:t>Simpler deployment &amp; maintenance</a:t>
            </a:r>
            <a:r>
              <a:rPr lang="en-US" dirty="0">
                <a:solidFill>
                  <a:srgbClr val="EBEBEB"/>
                </a:solidFill>
              </a:rPr>
              <a:t>: Different feature releases possible on each app</a:t>
            </a:r>
            <a:endParaRPr lang="en-CA" dirty="0">
              <a:solidFill>
                <a:srgbClr val="EBEBEB"/>
              </a:solidFill>
            </a:endParaRPr>
          </a:p>
        </p:txBody>
      </p:sp>
    </p:spTree>
    <p:extLst>
      <p:ext uri="{BB962C8B-B14F-4D97-AF65-F5344CB8AC3E}">
        <p14:creationId xmlns:p14="http://schemas.microsoft.com/office/powerpoint/2010/main" val="318487944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BD9C4-7E46-21AD-9B41-D436C32A7E95}"/>
              </a:ext>
            </a:extLst>
          </p:cNvPr>
          <p:cNvSpPr>
            <a:spLocks noGrp="1"/>
          </p:cNvSpPr>
          <p:nvPr>
            <p:ph type="title"/>
          </p:nvPr>
        </p:nvSpPr>
        <p:spPr/>
        <p:txBody>
          <a:bodyPr/>
          <a:lstStyle/>
          <a:p>
            <a:r>
              <a:rPr lang="en-US" b="1"/>
              <a:t>QR Code Ticketing</a:t>
            </a:r>
            <a:endParaRPr lang="en-CA" b="1"/>
          </a:p>
        </p:txBody>
      </p:sp>
      <p:sp>
        <p:nvSpPr>
          <p:cNvPr id="3" name="Content Placeholder 2">
            <a:extLst>
              <a:ext uri="{FF2B5EF4-FFF2-40B4-BE49-F238E27FC236}">
                <a16:creationId xmlns:a16="http://schemas.microsoft.com/office/drawing/2014/main" id="{9E80314A-8B56-86B5-F574-F6AC63C16085}"/>
              </a:ext>
            </a:extLst>
          </p:cNvPr>
          <p:cNvSpPr>
            <a:spLocks noGrp="1"/>
          </p:cNvSpPr>
          <p:nvPr>
            <p:ph idx="1"/>
          </p:nvPr>
        </p:nvSpPr>
        <p:spPr/>
        <p:txBody>
          <a:bodyPr/>
          <a:lstStyle/>
          <a:p>
            <a:r>
              <a:rPr lang="en-US" b="1"/>
              <a:t>No hardware needed</a:t>
            </a:r>
            <a:r>
              <a:rPr lang="en-US"/>
              <a:t>: Works with any smartphone/tablet and doesn’t require any external hardware</a:t>
            </a:r>
          </a:p>
          <a:p>
            <a:r>
              <a:rPr lang="en-US" b="1"/>
              <a:t>Fraud prevention</a:t>
            </a:r>
            <a:r>
              <a:rPr lang="en-US"/>
              <a:t>: Server-side validation marks tickets as used after first scan to prevent duplicates and screenshot spoofing</a:t>
            </a:r>
          </a:p>
          <a:p>
            <a:r>
              <a:rPr lang="en-US" b="1"/>
              <a:t>Speed &amp; scalability</a:t>
            </a:r>
            <a:r>
              <a:rPr lang="en-US"/>
              <a:t>: Full entry in 2-3 seconds vs. 30+ seconds for photo ID matching; can handle 1000+ attendees simultaneously</a:t>
            </a:r>
          </a:p>
          <a:p>
            <a:r>
              <a:rPr lang="en-US" b="1"/>
              <a:t>Seamless Registration Process</a:t>
            </a:r>
            <a:r>
              <a:rPr lang="en-US"/>
              <a:t>:</a:t>
            </a:r>
          </a:p>
        </p:txBody>
      </p:sp>
      <p:pic>
        <p:nvPicPr>
          <p:cNvPr id="5" name="Graphic 4">
            <a:extLst>
              <a:ext uri="{FF2B5EF4-FFF2-40B4-BE49-F238E27FC236}">
                <a16:creationId xmlns:a16="http://schemas.microsoft.com/office/drawing/2014/main" id="{B3C5CBD6-23C7-A016-10AE-4FB4FC66B4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6111" y="4287434"/>
            <a:ext cx="10924907" cy="2570566"/>
          </a:xfrm>
          <a:prstGeom prst="rect">
            <a:avLst/>
          </a:prstGeom>
        </p:spPr>
      </p:pic>
    </p:spTree>
    <p:extLst>
      <p:ext uri="{BB962C8B-B14F-4D97-AF65-F5344CB8AC3E}">
        <p14:creationId xmlns:p14="http://schemas.microsoft.com/office/powerpoint/2010/main" val="117284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8E1319-02C8-4F37-10F4-2F59B9706622}"/>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2"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B2E3A51-AA84-FB1E-8EC0-B569C281C0BB}"/>
              </a:ext>
            </a:extLst>
          </p:cNvPr>
          <p:cNvSpPr>
            <a:spLocks noGrp="1"/>
          </p:cNvSpPr>
          <p:nvPr>
            <p:ph type="title"/>
          </p:nvPr>
        </p:nvSpPr>
        <p:spPr>
          <a:xfrm>
            <a:off x="648930" y="629267"/>
            <a:ext cx="9252154" cy="1016654"/>
          </a:xfrm>
        </p:spPr>
        <p:txBody>
          <a:bodyPr>
            <a:normAutofit/>
          </a:bodyPr>
          <a:lstStyle/>
          <a:p>
            <a:r>
              <a:rPr lang="en-GB" b="1">
                <a:solidFill>
                  <a:srgbClr val="EBEBEB"/>
                </a:solidFill>
              </a:rPr>
              <a:t>Usability Testing</a:t>
            </a:r>
          </a:p>
        </p:txBody>
      </p:sp>
      <p:sp>
        <p:nvSpPr>
          <p:cNvPr id="33" name="Rectangle 3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4" name="Freeform: Shape 33">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CA"/>
          </a:p>
        </p:txBody>
      </p:sp>
      <p:graphicFrame>
        <p:nvGraphicFramePr>
          <p:cNvPr id="5" name="Text Placeholder 2">
            <a:extLst>
              <a:ext uri="{FF2B5EF4-FFF2-40B4-BE49-F238E27FC236}">
                <a16:creationId xmlns:a16="http://schemas.microsoft.com/office/drawing/2014/main" id="{8154E55D-B58C-16B4-7568-D88EB47DAB4C}"/>
              </a:ext>
            </a:extLst>
          </p:cNvPr>
          <p:cNvGraphicFramePr>
            <a:graphicFrameLocks noGrp="1"/>
          </p:cNvGraphicFramePr>
          <p:nvPr>
            <p:ph idx="1"/>
            <p:extLst>
              <p:ext uri="{D42A27DB-BD31-4B8C-83A1-F6EECF244321}">
                <p14:modId xmlns:p14="http://schemas.microsoft.com/office/powerpoint/2010/main" val="3222509645"/>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873610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9C100-50AA-7538-8C13-1B1E7369B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598F7-489D-4BAF-4E31-18A06624831C}"/>
              </a:ext>
            </a:extLst>
          </p:cNvPr>
          <p:cNvSpPr>
            <a:spLocks noGrp="1"/>
          </p:cNvSpPr>
          <p:nvPr>
            <p:ph type="title"/>
          </p:nvPr>
        </p:nvSpPr>
        <p:spPr>
          <a:xfrm>
            <a:off x="646111" y="452718"/>
            <a:ext cx="9404723" cy="1400530"/>
          </a:xfrm>
        </p:spPr>
        <p:txBody>
          <a:bodyPr>
            <a:normAutofit/>
          </a:bodyPr>
          <a:lstStyle/>
          <a:p>
            <a:r>
              <a:rPr lang="en-GB" b="1"/>
              <a:t>Example #1:</a:t>
            </a:r>
          </a:p>
        </p:txBody>
      </p:sp>
      <p:sp>
        <p:nvSpPr>
          <p:cNvPr id="5" name="Content Placeholder 3">
            <a:extLst>
              <a:ext uri="{FF2B5EF4-FFF2-40B4-BE49-F238E27FC236}">
                <a16:creationId xmlns:a16="http://schemas.microsoft.com/office/drawing/2014/main" id="{298A8F6B-55F3-1115-6909-3DC0DD1F2FE2}"/>
              </a:ext>
            </a:extLst>
          </p:cNvPr>
          <p:cNvSpPr txBox="1">
            <a:spLocks/>
          </p:cNvSpPr>
          <p:nvPr/>
        </p:nvSpPr>
        <p:spPr>
          <a:xfrm>
            <a:off x="8444434" y="1713197"/>
            <a:ext cx="1712387" cy="439724"/>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a:t>New Design</a:t>
            </a:r>
          </a:p>
          <a:p>
            <a:pPr marL="0" indent="0">
              <a:buFont typeface="Wingdings 3" charset="2"/>
              <a:buNone/>
            </a:pPr>
            <a:endParaRPr lang="en-CA"/>
          </a:p>
        </p:txBody>
      </p:sp>
      <p:sp>
        <p:nvSpPr>
          <p:cNvPr id="9" name="Content Placeholder 3">
            <a:extLst>
              <a:ext uri="{FF2B5EF4-FFF2-40B4-BE49-F238E27FC236}">
                <a16:creationId xmlns:a16="http://schemas.microsoft.com/office/drawing/2014/main" id="{EA0A88A4-F55F-70EA-964B-3467211A28EE}"/>
              </a:ext>
            </a:extLst>
          </p:cNvPr>
          <p:cNvSpPr txBox="1">
            <a:spLocks/>
          </p:cNvSpPr>
          <p:nvPr/>
        </p:nvSpPr>
        <p:spPr>
          <a:xfrm>
            <a:off x="2100838" y="1674361"/>
            <a:ext cx="1819997" cy="6625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a:t>Old Design</a:t>
            </a:r>
          </a:p>
          <a:p>
            <a:pPr marL="0" indent="0">
              <a:buFont typeface="Wingdings 3" charset="2"/>
              <a:buNone/>
            </a:pPr>
            <a:endParaRPr lang="en-CA"/>
          </a:p>
        </p:txBody>
      </p:sp>
      <p:pic>
        <p:nvPicPr>
          <p:cNvPr id="10" name="Picture 9" descr="A screenshot of a computer&#10;&#10;AI-generated content may be incorrect.">
            <a:extLst>
              <a:ext uri="{FF2B5EF4-FFF2-40B4-BE49-F238E27FC236}">
                <a16:creationId xmlns:a16="http://schemas.microsoft.com/office/drawing/2014/main" id="{246B9518-4774-A75B-E873-2E84702D64B4}"/>
              </a:ext>
            </a:extLst>
          </p:cNvPr>
          <p:cNvPicPr>
            <a:picLocks noChangeAspect="1"/>
          </p:cNvPicPr>
          <p:nvPr/>
        </p:nvPicPr>
        <p:blipFill>
          <a:blip r:embed="rId2"/>
          <a:stretch>
            <a:fillRect/>
          </a:stretch>
        </p:blipFill>
        <p:spPr>
          <a:xfrm>
            <a:off x="6901029" y="2339008"/>
            <a:ext cx="4499195" cy="4035287"/>
          </a:xfrm>
          <a:prstGeom prst="rect">
            <a:avLst/>
          </a:prstGeom>
        </p:spPr>
      </p:pic>
      <p:pic>
        <p:nvPicPr>
          <p:cNvPr id="11" name="Picture 10" descr="A screenshot of a survey&#10;&#10;AI-generated content may be incorrect.">
            <a:extLst>
              <a:ext uri="{FF2B5EF4-FFF2-40B4-BE49-F238E27FC236}">
                <a16:creationId xmlns:a16="http://schemas.microsoft.com/office/drawing/2014/main" id="{539FD1B9-79C1-4BED-6134-7D927CCEE811}"/>
              </a:ext>
            </a:extLst>
          </p:cNvPr>
          <p:cNvPicPr>
            <a:picLocks noChangeAspect="1"/>
          </p:cNvPicPr>
          <p:nvPr/>
        </p:nvPicPr>
        <p:blipFill>
          <a:blip r:embed="rId3"/>
          <a:stretch>
            <a:fillRect/>
          </a:stretch>
        </p:blipFill>
        <p:spPr>
          <a:xfrm>
            <a:off x="758409" y="2305879"/>
            <a:ext cx="5334556" cy="3352800"/>
          </a:xfrm>
          <a:prstGeom prst="rect">
            <a:avLst/>
          </a:prstGeom>
        </p:spPr>
      </p:pic>
    </p:spTree>
    <p:extLst>
      <p:ext uri="{BB962C8B-B14F-4D97-AF65-F5344CB8AC3E}">
        <p14:creationId xmlns:p14="http://schemas.microsoft.com/office/powerpoint/2010/main" val="1794168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BFF01-20AE-6AB1-E717-9DC8B1014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1FBC0-F4FB-BB55-1856-B6EB66539E0E}"/>
              </a:ext>
            </a:extLst>
          </p:cNvPr>
          <p:cNvSpPr>
            <a:spLocks noGrp="1"/>
          </p:cNvSpPr>
          <p:nvPr>
            <p:ph type="title"/>
          </p:nvPr>
        </p:nvSpPr>
        <p:spPr>
          <a:xfrm>
            <a:off x="646111" y="452718"/>
            <a:ext cx="9404723" cy="1400530"/>
          </a:xfrm>
        </p:spPr>
        <p:txBody>
          <a:bodyPr>
            <a:normAutofit/>
          </a:bodyPr>
          <a:lstStyle/>
          <a:p>
            <a:r>
              <a:rPr lang="en-GB" b="1"/>
              <a:t>Example #2:</a:t>
            </a:r>
          </a:p>
        </p:txBody>
      </p:sp>
      <p:sp>
        <p:nvSpPr>
          <p:cNvPr id="4" name="Content Placeholder 3">
            <a:extLst>
              <a:ext uri="{FF2B5EF4-FFF2-40B4-BE49-F238E27FC236}">
                <a16:creationId xmlns:a16="http://schemas.microsoft.com/office/drawing/2014/main" id="{064B2E9D-5AF6-4845-F03B-ECAC30EE3DE4}"/>
              </a:ext>
            </a:extLst>
          </p:cNvPr>
          <p:cNvSpPr>
            <a:spLocks noGrp="1"/>
          </p:cNvSpPr>
          <p:nvPr>
            <p:ph idx="1"/>
          </p:nvPr>
        </p:nvSpPr>
        <p:spPr>
          <a:xfrm>
            <a:off x="8185641" y="1152480"/>
            <a:ext cx="1647689" cy="410970"/>
          </a:xfrm>
        </p:spPr>
        <p:txBody>
          <a:bodyPr vert="horz" lIns="91440" tIns="45720" rIns="91440" bIns="45720" rtlCol="0" anchor="t">
            <a:normAutofit/>
          </a:bodyPr>
          <a:lstStyle/>
          <a:p>
            <a:pPr marL="0" indent="0">
              <a:buNone/>
            </a:pPr>
            <a:r>
              <a:rPr lang="en-US"/>
              <a:t>New Design</a:t>
            </a:r>
          </a:p>
          <a:p>
            <a:pPr marL="0" indent="0">
              <a:buNone/>
            </a:pPr>
            <a:endParaRPr lang="en-CA"/>
          </a:p>
        </p:txBody>
      </p:sp>
      <p:sp>
        <p:nvSpPr>
          <p:cNvPr id="6" name="Content Placeholder 3">
            <a:extLst>
              <a:ext uri="{FF2B5EF4-FFF2-40B4-BE49-F238E27FC236}">
                <a16:creationId xmlns:a16="http://schemas.microsoft.com/office/drawing/2014/main" id="{60239569-2147-492D-BA29-8073C7EA5566}"/>
              </a:ext>
            </a:extLst>
          </p:cNvPr>
          <p:cNvSpPr txBox="1">
            <a:spLocks/>
          </p:cNvSpPr>
          <p:nvPr/>
        </p:nvSpPr>
        <p:spPr>
          <a:xfrm>
            <a:off x="2136782" y="1214286"/>
            <a:ext cx="1510884" cy="346272"/>
          </a:xfrm>
          <a:prstGeom prst="rect">
            <a:avLst/>
          </a:prstGeom>
        </p:spPr>
        <p:txBody>
          <a:bodyPr vert="horz" lIns="91440" tIns="45720" rIns="91440" bIns="45720" rtlCol="0" anchor="t">
            <a:normAutofit fontScale="925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a:t>Old Design</a:t>
            </a:r>
          </a:p>
        </p:txBody>
      </p:sp>
      <p:pic>
        <p:nvPicPr>
          <p:cNvPr id="8" name="Picture 7" descr="A screenshot of a computer screen&#10;&#10;AI-generated content may be incorrect.">
            <a:extLst>
              <a:ext uri="{FF2B5EF4-FFF2-40B4-BE49-F238E27FC236}">
                <a16:creationId xmlns:a16="http://schemas.microsoft.com/office/drawing/2014/main" id="{B0E95B27-166D-F27B-85B6-A616DF9B68FF}"/>
              </a:ext>
            </a:extLst>
          </p:cNvPr>
          <p:cNvPicPr>
            <a:picLocks noChangeAspect="1"/>
          </p:cNvPicPr>
          <p:nvPr/>
        </p:nvPicPr>
        <p:blipFill>
          <a:blip r:embed="rId2"/>
          <a:stretch>
            <a:fillRect/>
          </a:stretch>
        </p:blipFill>
        <p:spPr>
          <a:xfrm>
            <a:off x="6840835" y="1710908"/>
            <a:ext cx="4002480" cy="4902679"/>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7D927B17-0E7E-1831-F43C-FC404F177FC2}"/>
              </a:ext>
            </a:extLst>
          </p:cNvPr>
          <p:cNvPicPr>
            <a:picLocks noChangeAspect="1"/>
          </p:cNvPicPr>
          <p:nvPr/>
        </p:nvPicPr>
        <p:blipFill>
          <a:blip r:embed="rId3"/>
          <a:stretch>
            <a:fillRect/>
          </a:stretch>
        </p:blipFill>
        <p:spPr>
          <a:xfrm>
            <a:off x="1122240" y="1714500"/>
            <a:ext cx="4013046" cy="4895491"/>
          </a:xfrm>
          <a:prstGeom prst="rect">
            <a:avLst/>
          </a:prstGeom>
        </p:spPr>
      </p:pic>
    </p:spTree>
    <p:extLst>
      <p:ext uri="{BB962C8B-B14F-4D97-AF65-F5344CB8AC3E}">
        <p14:creationId xmlns:p14="http://schemas.microsoft.com/office/powerpoint/2010/main" val="2228572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90717-A7E6-E023-B5EF-AD1039F12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CBF05-5666-A53E-C602-DEF2EE7D75FB}"/>
              </a:ext>
            </a:extLst>
          </p:cNvPr>
          <p:cNvSpPr>
            <a:spLocks noGrp="1"/>
          </p:cNvSpPr>
          <p:nvPr>
            <p:ph type="title"/>
          </p:nvPr>
        </p:nvSpPr>
        <p:spPr>
          <a:xfrm>
            <a:off x="646111" y="452718"/>
            <a:ext cx="9404723" cy="1400530"/>
          </a:xfrm>
        </p:spPr>
        <p:txBody>
          <a:bodyPr>
            <a:normAutofit/>
          </a:bodyPr>
          <a:lstStyle/>
          <a:p>
            <a:r>
              <a:rPr lang="en-GB" b="1"/>
              <a:t>Example #3:</a:t>
            </a:r>
          </a:p>
        </p:txBody>
      </p:sp>
      <p:sp>
        <p:nvSpPr>
          <p:cNvPr id="4" name="Content Placeholder 3">
            <a:extLst>
              <a:ext uri="{FF2B5EF4-FFF2-40B4-BE49-F238E27FC236}">
                <a16:creationId xmlns:a16="http://schemas.microsoft.com/office/drawing/2014/main" id="{50F222B7-BD3A-9320-29AD-02E9692A02D8}"/>
              </a:ext>
            </a:extLst>
          </p:cNvPr>
          <p:cNvSpPr>
            <a:spLocks noGrp="1"/>
          </p:cNvSpPr>
          <p:nvPr>
            <p:ph idx="1"/>
          </p:nvPr>
        </p:nvSpPr>
        <p:spPr>
          <a:xfrm>
            <a:off x="7991547" y="1641310"/>
            <a:ext cx="2316236" cy="662573"/>
          </a:xfrm>
        </p:spPr>
        <p:txBody>
          <a:bodyPr vert="horz" lIns="91440" tIns="45720" rIns="91440" bIns="45720" rtlCol="0" anchor="t">
            <a:normAutofit/>
          </a:bodyPr>
          <a:lstStyle/>
          <a:p>
            <a:pPr marL="0" indent="0">
              <a:buNone/>
            </a:pPr>
            <a:r>
              <a:rPr lang="en-US"/>
              <a:t>New Design</a:t>
            </a:r>
          </a:p>
          <a:p>
            <a:pPr marL="0" indent="0">
              <a:buNone/>
            </a:pPr>
            <a:endParaRPr lang="en-CA"/>
          </a:p>
        </p:txBody>
      </p:sp>
      <p:sp>
        <p:nvSpPr>
          <p:cNvPr id="6" name="Content Placeholder 3">
            <a:extLst>
              <a:ext uri="{FF2B5EF4-FFF2-40B4-BE49-F238E27FC236}">
                <a16:creationId xmlns:a16="http://schemas.microsoft.com/office/drawing/2014/main" id="{021821D1-D4A7-6CFF-E919-53A49EB7D6A2}"/>
              </a:ext>
            </a:extLst>
          </p:cNvPr>
          <p:cNvSpPr txBox="1">
            <a:spLocks/>
          </p:cNvSpPr>
          <p:nvPr/>
        </p:nvSpPr>
        <p:spPr>
          <a:xfrm>
            <a:off x="2100838" y="1674361"/>
            <a:ext cx="1819997" cy="6625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a:t>Old Design</a:t>
            </a:r>
          </a:p>
          <a:p>
            <a:pPr marL="0" indent="0">
              <a:buFont typeface="Wingdings 3" charset="2"/>
              <a:buNone/>
            </a:pPr>
            <a:endParaRPr lang="en-CA"/>
          </a:p>
        </p:txBody>
      </p:sp>
      <p:pic>
        <p:nvPicPr>
          <p:cNvPr id="3" name="Picture 2" descr="A screenshot of a computer&#10;&#10;AI-generated content may be incorrect.">
            <a:extLst>
              <a:ext uri="{FF2B5EF4-FFF2-40B4-BE49-F238E27FC236}">
                <a16:creationId xmlns:a16="http://schemas.microsoft.com/office/drawing/2014/main" id="{67359D35-5DCC-1E2D-D26A-1839864E163E}"/>
              </a:ext>
            </a:extLst>
          </p:cNvPr>
          <p:cNvPicPr>
            <a:picLocks noChangeAspect="1"/>
          </p:cNvPicPr>
          <p:nvPr/>
        </p:nvPicPr>
        <p:blipFill>
          <a:blip r:embed="rId2"/>
          <a:stretch>
            <a:fillRect/>
          </a:stretch>
        </p:blipFill>
        <p:spPr>
          <a:xfrm>
            <a:off x="648325" y="2191234"/>
            <a:ext cx="4884613" cy="440609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3020A625-3169-18D7-7640-C06B14C9BA63}"/>
              </a:ext>
            </a:extLst>
          </p:cNvPr>
          <p:cNvPicPr>
            <a:picLocks noChangeAspect="1"/>
          </p:cNvPicPr>
          <p:nvPr/>
        </p:nvPicPr>
        <p:blipFill>
          <a:blip r:embed="rId3"/>
          <a:stretch>
            <a:fillRect/>
          </a:stretch>
        </p:blipFill>
        <p:spPr>
          <a:xfrm>
            <a:off x="6578937" y="2185359"/>
            <a:ext cx="5158882" cy="4298830"/>
          </a:xfrm>
          <a:prstGeom prst="rect">
            <a:avLst/>
          </a:prstGeom>
        </p:spPr>
      </p:pic>
    </p:spTree>
    <p:extLst>
      <p:ext uri="{BB962C8B-B14F-4D97-AF65-F5344CB8AC3E}">
        <p14:creationId xmlns:p14="http://schemas.microsoft.com/office/powerpoint/2010/main" val="3889271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4165F6F3-E2A1-5E7C-A726-327275D28EAB}"/>
              </a:ext>
            </a:extLst>
          </p:cNvPr>
          <p:cNvSpPr>
            <a:spLocks noGrp="1"/>
          </p:cNvSpPr>
          <p:nvPr>
            <p:ph type="title"/>
          </p:nvPr>
        </p:nvSpPr>
        <p:spPr>
          <a:xfrm>
            <a:off x="648930" y="629267"/>
            <a:ext cx="9252154" cy="1016654"/>
          </a:xfrm>
        </p:spPr>
        <p:txBody>
          <a:bodyPr>
            <a:normAutofit/>
          </a:bodyPr>
          <a:lstStyle/>
          <a:p>
            <a:r>
              <a:rPr lang="en-US" b="1">
                <a:solidFill>
                  <a:srgbClr val="EBEBEB"/>
                </a:solidFill>
              </a:rPr>
              <a:t>Acceptance Testing</a:t>
            </a:r>
            <a:endParaRPr lang="en-CA" b="1">
              <a:solidFill>
                <a:srgbClr val="EBEBEB"/>
              </a:solidFill>
            </a:endParaRP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CA"/>
          </a:p>
        </p:txBody>
      </p:sp>
      <p:graphicFrame>
        <p:nvGraphicFramePr>
          <p:cNvPr id="5" name="Content Placeholder 2">
            <a:extLst>
              <a:ext uri="{FF2B5EF4-FFF2-40B4-BE49-F238E27FC236}">
                <a16:creationId xmlns:a16="http://schemas.microsoft.com/office/drawing/2014/main" id="{321E040C-3C04-12B1-807C-9C4F518F7775}"/>
              </a:ext>
            </a:extLst>
          </p:cNvPr>
          <p:cNvGraphicFramePr>
            <a:graphicFrameLocks noGrp="1"/>
          </p:cNvGraphicFramePr>
          <p:nvPr>
            <p:ph idx="1"/>
            <p:extLst>
              <p:ext uri="{D42A27DB-BD31-4B8C-83A1-F6EECF244321}">
                <p14:modId xmlns:p14="http://schemas.microsoft.com/office/powerpoint/2010/main" val="1594770464"/>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8182517"/>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1335B6F7-FC99-B0CA-6F49-198AD02E02E6}"/>
              </a:ext>
            </a:extLst>
          </p:cNvPr>
          <p:cNvSpPr>
            <a:spLocks noGrp="1"/>
          </p:cNvSpPr>
          <p:nvPr>
            <p:ph type="title"/>
          </p:nvPr>
        </p:nvSpPr>
        <p:spPr>
          <a:xfrm>
            <a:off x="648930" y="629267"/>
            <a:ext cx="9252154" cy="1016654"/>
          </a:xfrm>
        </p:spPr>
        <p:txBody>
          <a:bodyPr>
            <a:normAutofit/>
          </a:bodyPr>
          <a:lstStyle/>
          <a:p>
            <a:r>
              <a:rPr lang="en-US" b="1">
                <a:solidFill>
                  <a:srgbClr val="EBEBEB"/>
                </a:solidFill>
              </a:rPr>
              <a:t>Advantages of our Platform</a:t>
            </a:r>
            <a:endParaRPr lang="en-CA" b="1">
              <a:solidFill>
                <a:srgbClr val="EBEBEB"/>
              </a:solidFill>
            </a:endParaRP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CA"/>
          </a:p>
        </p:txBody>
      </p:sp>
      <p:graphicFrame>
        <p:nvGraphicFramePr>
          <p:cNvPr id="7" name="Content Placeholder 2">
            <a:extLst>
              <a:ext uri="{FF2B5EF4-FFF2-40B4-BE49-F238E27FC236}">
                <a16:creationId xmlns:a16="http://schemas.microsoft.com/office/drawing/2014/main" id="{DC7F29D7-DA81-EBEE-F751-12D03AAB1B1E}"/>
              </a:ext>
            </a:extLst>
          </p:cNvPr>
          <p:cNvGraphicFramePr>
            <a:graphicFrameLocks noGrp="1"/>
          </p:cNvGraphicFramePr>
          <p:nvPr>
            <p:ph idx="1"/>
            <p:extLst>
              <p:ext uri="{D42A27DB-BD31-4B8C-83A1-F6EECF244321}">
                <p14:modId xmlns:p14="http://schemas.microsoft.com/office/powerpoint/2010/main" val="4244171497"/>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9542147"/>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92A4-739D-3523-E9C0-01FEFC3B8D8B}"/>
              </a:ext>
            </a:extLst>
          </p:cNvPr>
          <p:cNvSpPr>
            <a:spLocks noGrp="1"/>
          </p:cNvSpPr>
          <p:nvPr>
            <p:ph type="title"/>
          </p:nvPr>
        </p:nvSpPr>
        <p:spPr/>
        <p:txBody>
          <a:bodyPr/>
          <a:lstStyle/>
          <a:p>
            <a:r>
              <a:rPr lang="en-US" b="1"/>
              <a:t>Next Steps</a:t>
            </a:r>
            <a:endParaRPr lang="en-CA" b="1"/>
          </a:p>
        </p:txBody>
      </p:sp>
      <p:sp>
        <p:nvSpPr>
          <p:cNvPr id="3" name="Content Placeholder 2">
            <a:extLst>
              <a:ext uri="{FF2B5EF4-FFF2-40B4-BE49-F238E27FC236}">
                <a16:creationId xmlns:a16="http://schemas.microsoft.com/office/drawing/2014/main" id="{2FEE770F-41F7-D60A-2872-281E0484760E}"/>
              </a:ext>
            </a:extLst>
          </p:cNvPr>
          <p:cNvSpPr>
            <a:spLocks noGrp="1"/>
          </p:cNvSpPr>
          <p:nvPr>
            <p:ph sz="half" idx="1"/>
          </p:nvPr>
        </p:nvSpPr>
        <p:spPr/>
        <p:txBody>
          <a:bodyPr vert="horz" lIns="91440" tIns="45720" rIns="91440" bIns="45720" rtlCol="0" anchor="t">
            <a:normAutofit/>
          </a:bodyPr>
          <a:lstStyle/>
          <a:p>
            <a:pPr marL="0" indent="0">
              <a:buNone/>
            </a:pPr>
            <a:r>
              <a:rPr lang="en-CA" sz="2800" b="1">
                <a:latin typeface="Century Gothic"/>
              </a:rPr>
              <a:t>Polishing</a:t>
            </a:r>
            <a:endParaRPr lang="en-US">
              <a:latin typeface="Century Gothic"/>
            </a:endParaRPr>
          </a:p>
          <a:p>
            <a:pPr>
              <a:buClr>
                <a:srgbClr val="8AD0D6"/>
              </a:buClr>
              <a:buFont typeface="Wingdings 3"/>
              <a:buChar char=""/>
            </a:pPr>
            <a:r>
              <a:rPr lang="en-US" sz="2400"/>
              <a:t>Making product deployment-ready</a:t>
            </a:r>
          </a:p>
          <a:p>
            <a:pPr lvl="1">
              <a:buClr>
                <a:srgbClr val="8AD0D6"/>
              </a:buClr>
              <a:buFont typeface="Courier New"/>
              <a:buChar char="o"/>
            </a:pPr>
            <a:r>
              <a:rPr lang="en-US" sz="2200"/>
              <a:t>Stronger McMaster email and environment integration</a:t>
            </a:r>
          </a:p>
          <a:p>
            <a:pPr lvl="1">
              <a:buClr>
                <a:srgbClr val="8AD0D6"/>
              </a:buClr>
              <a:buFont typeface="Courier New"/>
              <a:buChar char="o"/>
            </a:pPr>
            <a:r>
              <a:rPr lang="en-US" sz="2200"/>
              <a:t>Payment system configuration</a:t>
            </a:r>
          </a:p>
          <a:p>
            <a:pPr lvl="1">
              <a:buClr>
                <a:srgbClr val="8AD0D6"/>
              </a:buClr>
              <a:buFont typeface="Courier New"/>
              <a:buChar char="o"/>
            </a:pPr>
            <a:r>
              <a:rPr lang="en-US" sz="2200"/>
              <a:t>Deployment environment configuration</a:t>
            </a:r>
          </a:p>
        </p:txBody>
      </p:sp>
      <p:sp>
        <p:nvSpPr>
          <p:cNvPr id="4" name="Content Placeholder 3">
            <a:extLst>
              <a:ext uri="{FF2B5EF4-FFF2-40B4-BE49-F238E27FC236}">
                <a16:creationId xmlns:a16="http://schemas.microsoft.com/office/drawing/2014/main" id="{745F72B3-31BA-07FB-4A32-62284BB92795}"/>
              </a:ext>
            </a:extLst>
          </p:cNvPr>
          <p:cNvSpPr>
            <a:spLocks noGrp="1"/>
          </p:cNvSpPr>
          <p:nvPr>
            <p:ph sz="half" idx="2"/>
          </p:nvPr>
        </p:nvSpPr>
        <p:spPr/>
        <p:txBody>
          <a:bodyPr vert="horz" lIns="91440" tIns="45720" rIns="91440" bIns="45720" rtlCol="0" anchor="t">
            <a:normAutofit/>
          </a:bodyPr>
          <a:lstStyle/>
          <a:p>
            <a:pPr marL="0" indent="0">
              <a:buNone/>
            </a:pPr>
            <a:r>
              <a:rPr lang="en-US" sz="2800" b="1"/>
              <a:t>Extension</a:t>
            </a:r>
          </a:p>
          <a:p>
            <a:pPr>
              <a:buClr>
                <a:srgbClr val="8AD0D6"/>
              </a:buClr>
              <a:buFont typeface="Wingdings 3,Sans-Serif" charset="2"/>
              <a:buChar char=""/>
            </a:pPr>
            <a:r>
              <a:rPr lang="en-US" sz="2400"/>
              <a:t>White-label/SAAS product</a:t>
            </a:r>
          </a:p>
          <a:p>
            <a:pPr lvl="1">
              <a:buClr>
                <a:srgbClr val="8AD0D6"/>
              </a:buClr>
              <a:buFont typeface="Courier New" charset="2"/>
              <a:buChar char="o"/>
            </a:pPr>
            <a:r>
              <a:rPr lang="en-US" sz="2200"/>
              <a:t>Allow other McMaster societies or other organizations to manage their events</a:t>
            </a:r>
          </a:p>
          <a:p>
            <a:pPr>
              <a:buClr>
                <a:srgbClr val="8AD0D6"/>
              </a:buClr>
              <a:buFont typeface="Wingdings 3,Sans-Serif" charset="2"/>
              <a:buChar char=""/>
            </a:pPr>
            <a:r>
              <a:rPr lang="en-US" sz="2400"/>
              <a:t>AI-powered insights &amp; analytics</a:t>
            </a:r>
          </a:p>
        </p:txBody>
      </p:sp>
    </p:spTree>
    <p:extLst>
      <p:ext uri="{BB962C8B-B14F-4D97-AF65-F5344CB8AC3E}">
        <p14:creationId xmlns:p14="http://schemas.microsoft.com/office/powerpoint/2010/main" val="3327601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85E16-AE31-44D5-3120-AC958BAEF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6296A-36D8-4574-043D-207B66B77860}"/>
              </a:ext>
            </a:extLst>
          </p:cNvPr>
          <p:cNvSpPr>
            <a:spLocks noGrp="1"/>
          </p:cNvSpPr>
          <p:nvPr>
            <p:ph type="title"/>
          </p:nvPr>
        </p:nvSpPr>
        <p:spPr>
          <a:xfrm>
            <a:off x="2691819" y="1164771"/>
            <a:ext cx="6808362" cy="4528457"/>
          </a:xfrm>
        </p:spPr>
        <p:txBody>
          <a:bodyPr vert="horz" lIns="91440" tIns="45720" rIns="91440" bIns="45720" rtlCol="0" anchor="ctr">
            <a:normAutofit/>
          </a:bodyPr>
          <a:lstStyle/>
          <a:p>
            <a:pPr algn="ctr"/>
            <a:r>
              <a:rPr lang="en-US" sz="7200" b="1"/>
              <a:t>Questions?</a:t>
            </a:r>
            <a:endParaRPr lang="en-US" b="1">
              <a:ea typeface="+mj-ea"/>
              <a:cs typeface="+mj-cs"/>
            </a:endParaRPr>
          </a:p>
        </p:txBody>
      </p:sp>
    </p:spTree>
    <p:extLst>
      <p:ext uri="{BB962C8B-B14F-4D97-AF65-F5344CB8AC3E}">
        <p14:creationId xmlns:p14="http://schemas.microsoft.com/office/powerpoint/2010/main" val="19209823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D88C274ABCC3E44B19C539EAF46FB91" ma:contentTypeVersion="8" ma:contentTypeDescription="Create a new document." ma:contentTypeScope="" ma:versionID="874e05f877cbd27bc00b7cd7defb8912">
  <xsd:schema xmlns:xsd="http://www.w3.org/2001/XMLSchema" xmlns:xs="http://www.w3.org/2001/XMLSchema" xmlns:p="http://schemas.microsoft.com/office/2006/metadata/properties" xmlns:ns2="5e018449-5b53-4253-b100-008dc6a7aa7b" targetNamespace="http://schemas.microsoft.com/office/2006/metadata/properties" ma:root="true" ma:fieldsID="50b7b2e7a098e17919ed65364f19094f" ns2:_="">
    <xsd:import namespace="5e018449-5b53-4253-b100-008dc6a7aa7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018449-5b53-4253-b100-008dc6a7aa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E495D2-6DBA-440C-931C-CC50EB80E37B}">
  <ds:schemaRefs>
    <ds:schemaRef ds:uri="http://schemas.microsoft.com/sharepoint/v3/contenttype/forms"/>
  </ds:schemaRefs>
</ds:datastoreItem>
</file>

<file path=customXml/itemProps2.xml><?xml version="1.0" encoding="utf-8"?>
<ds:datastoreItem xmlns:ds="http://schemas.openxmlformats.org/officeDocument/2006/customXml" ds:itemID="{4BAECE81-76CC-4D84-AC8A-054C0733D030}"/>
</file>

<file path=customXml/itemProps3.xml><?xml version="1.0" encoding="utf-8"?>
<ds:datastoreItem xmlns:ds="http://schemas.openxmlformats.org/officeDocument/2006/customXml" ds:itemID="{05C309DC-7A22-45E7-B278-E45EEEFCB6FC}">
  <ds:schemaRefs>
    <ds:schemaRef ds:uri="http://schemas.openxmlformats.org/package/2006/metadata/core-properties"/>
    <ds:schemaRef ds:uri="http://www.w3.org/XML/1998/namespace"/>
    <ds:schemaRef ds:uri="http://purl.org/dc/elements/1.1/"/>
    <ds:schemaRef ds:uri="http://schemas.microsoft.com/office/2006/metadata/properties"/>
    <ds:schemaRef ds:uri="http://schemas.microsoft.com/office/infopath/2007/PartnerControls"/>
    <ds:schemaRef ds:uri="http://schemas.microsoft.com/office/2006/documentManagement/types"/>
    <ds:schemaRef ds:uri="5e018449-5b53-4253-b100-008dc6a7aa7b"/>
    <ds:schemaRef ds:uri="http://purl.org/dc/term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Ion</Template>
  <TotalTime>0</TotalTime>
  <Words>745</Words>
  <Application>Microsoft Office PowerPoint</Application>
  <PresentationFormat>Widescreen</PresentationFormat>
  <Paragraphs>111</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Century Gothic</vt:lpstr>
      <vt:lpstr>Courier New</vt:lpstr>
      <vt:lpstr>Wingdings 3</vt:lpstr>
      <vt:lpstr>Wingdings 3,Sans-Serif</vt:lpstr>
      <vt:lpstr>Ion</vt:lpstr>
      <vt:lpstr>EvENGage</vt:lpstr>
      <vt:lpstr>PowerPoint Presentation</vt:lpstr>
      <vt:lpstr>Motivation</vt:lpstr>
      <vt:lpstr>Goals</vt:lpstr>
      <vt:lpstr>Demo</vt:lpstr>
      <vt:lpstr>The Tech Stack</vt:lpstr>
      <vt:lpstr>Tech Stack Advantages</vt:lpstr>
      <vt:lpstr>Easy Expandability</vt:lpstr>
      <vt:lpstr>Design Modularity</vt:lpstr>
      <vt:lpstr>Separate Admin and User Portals</vt:lpstr>
      <vt:lpstr>QR Code Ticketing</vt:lpstr>
      <vt:lpstr>Usability Testing</vt:lpstr>
      <vt:lpstr>Example #1:</vt:lpstr>
      <vt:lpstr>Example #2:</vt:lpstr>
      <vt:lpstr>Example #3:</vt:lpstr>
      <vt:lpstr>Acceptance Testing</vt:lpstr>
      <vt:lpstr>Advantages of our Platform</vt:lpstr>
      <vt:lpstr>Next Steps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Virochaan Ravichandran Gowri</cp:lastModifiedBy>
  <cp:revision>19</cp:revision>
  <dcterms:created xsi:type="dcterms:W3CDTF">2026-03-26T14:33:49Z</dcterms:created>
  <dcterms:modified xsi:type="dcterms:W3CDTF">2026-03-29T15:52:37Z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0x010100FD88C274ABCC3E44B19C539EAF46FB91</vt:lpwstr>
  </property>
</Properties>
</file>